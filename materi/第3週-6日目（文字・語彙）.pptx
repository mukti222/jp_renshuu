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2" autoAdjust="0"/>
    <p:restoredTop sz="80355" autoAdjust="0"/>
  </p:normalViewPr>
  <p:slideViewPr>
    <p:cSldViewPr snapToGrid="0">
      <p:cViewPr varScale="1">
        <p:scale>
          <a:sx n="87" d="100"/>
          <a:sy n="87" d="100"/>
        </p:scale>
        <p:origin x="11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E46BF-6893-418C-AFCC-752566A9538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00AF-A4B2-4EE6-82A9-E6BF1FE9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7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完全：</a:t>
            </a:r>
            <a:r>
              <a:rPr lang="en-US" altLang="ja-JP" dirty="0" err="1"/>
              <a:t>Lengkap</a:t>
            </a:r>
            <a:r>
              <a:rPr lang="en-US" altLang="ja-JP" dirty="0"/>
              <a:t> </a:t>
            </a:r>
            <a:r>
              <a:rPr lang="en-US" altLang="ja-JP" dirty="0" err="1"/>
              <a:t>tanpa</a:t>
            </a:r>
            <a:r>
              <a:rPr lang="en-US" altLang="ja-JP" dirty="0"/>
              <a:t> </a:t>
            </a:r>
            <a:r>
              <a:rPr lang="en-US" altLang="ja-JP" dirty="0" err="1"/>
              <a:t>ada</a:t>
            </a:r>
            <a:r>
              <a:rPr lang="en-US" altLang="ja-JP" dirty="0"/>
              <a:t> </a:t>
            </a:r>
            <a:r>
              <a:rPr lang="en-US" altLang="ja-JP" dirty="0" err="1"/>
              <a:t>yg</a:t>
            </a:r>
            <a:r>
              <a:rPr lang="en-US" altLang="ja-JP" dirty="0"/>
              <a:t> </a:t>
            </a:r>
            <a:r>
              <a:rPr lang="en-US" altLang="ja-JP" dirty="0" err="1"/>
              <a:t>kurang</a:t>
            </a:r>
            <a:endParaRPr lang="en-US" altLang="ja-JP" dirty="0"/>
          </a:p>
          <a:p>
            <a:r>
              <a:rPr lang="en-US" dirty="0"/>
              <a:t>           </a:t>
            </a:r>
            <a:r>
              <a:rPr lang="ja-JP" altLang="en-US" dirty="0"/>
              <a:t>完全に治った。</a:t>
            </a:r>
            <a:r>
              <a:rPr lang="en-US" altLang="ja-JP" dirty="0" err="1"/>
              <a:t>Sembuh</a:t>
            </a:r>
            <a:r>
              <a:rPr lang="en-US" altLang="ja-JP" dirty="0"/>
              <a:t> total</a:t>
            </a:r>
          </a:p>
          <a:p>
            <a:r>
              <a:rPr lang="ja-JP" altLang="en-US" dirty="0"/>
              <a:t>かんぺき：</a:t>
            </a:r>
            <a:r>
              <a:rPr lang="en-US" altLang="ja-JP" dirty="0" err="1"/>
              <a:t>Sempurna</a:t>
            </a:r>
            <a:r>
              <a:rPr lang="en-US" altLang="ja-JP" dirty="0"/>
              <a:t> </a:t>
            </a:r>
            <a:r>
              <a:rPr lang="en-US" altLang="ja-JP" dirty="0" err="1"/>
              <a:t>tanpa</a:t>
            </a:r>
            <a:r>
              <a:rPr lang="en-US" altLang="ja-JP" dirty="0"/>
              <a:t> </a:t>
            </a:r>
            <a:r>
              <a:rPr lang="en-US" altLang="ja-JP" dirty="0" err="1"/>
              <a:t>cacat</a:t>
            </a:r>
            <a:endParaRPr lang="en-US" altLang="ja-JP" dirty="0"/>
          </a:p>
          <a:p>
            <a:r>
              <a:rPr lang="en-US" dirty="0"/>
              <a:t>          </a:t>
            </a:r>
            <a:r>
              <a:rPr lang="ja-JP" altLang="en-US" dirty="0"/>
              <a:t>完璧な計画。</a:t>
            </a:r>
            <a:r>
              <a:rPr lang="en-US" altLang="ja-JP" dirty="0" err="1"/>
              <a:t>Rencana</a:t>
            </a:r>
            <a:r>
              <a:rPr lang="en-US" altLang="ja-JP" dirty="0"/>
              <a:t> yang </a:t>
            </a:r>
            <a:r>
              <a:rPr lang="en-US" altLang="ja-JP" dirty="0" err="1"/>
              <a:t>sempurna</a:t>
            </a:r>
            <a:r>
              <a:rPr lang="en-US" altLang="ja-JP" dirty="0"/>
              <a:t> (</a:t>
            </a:r>
            <a:r>
              <a:rPr lang="en-US" altLang="ja-JP" dirty="0" err="1"/>
              <a:t>tanpa</a:t>
            </a:r>
            <a:r>
              <a:rPr lang="en-US" altLang="ja-JP" dirty="0"/>
              <a:t> </a:t>
            </a:r>
            <a:r>
              <a:rPr lang="en-US" altLang="ja-JP" dirty="0" err="1"/>
              <a:t>celah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00AF-A4B2-4EE6-82A9-E6BF1FE9E3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51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0C27-DB25-535A-CFA7-D88628FA6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48F2-26AC-47D8-6C2E-971AD245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002A6-5436-9DF9-9981-6B79BDB7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登録（とうろく）</a:t>
            </a:r>
            <a:r>
              <a:rPr lang="en-US" altLang="ja-JP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1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Bikin</a:t>
            </a:r>
            <a:r>
              <a:rPr lang="en-US" altLang="ja-JP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akun</a:t>
            </a:r>
            <a:r>
              <a:rPr lang="en-US" altLang="ja-JP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dulu</a:t>
            </a:r>
            <a:endParaRPr lang="en-US" altLang="ja-JP" sz="1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申し込む　　　　</a:t>
            </a:r>
            <a:r>
              <a:rPr lang="en-US" altLang="ja-JP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Apply event/daftar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4B96F-7268-6FBD-5290-1332F7F42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00AF-A4B2-4EE6-82A9-E6BF1FE9E3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3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5A4B-2814-E00B-1B2B-BC3AF990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068F2-5786-3E8E-529F-74E900C35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630AE-DA55-453D-103A-1870B941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1FB44-574E-79C1-00C1-9509BC4C7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00AF-A4B2-4EE6-82A9-E6BF1FE9E30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5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09B5-BA8A-72B0-9F3B-590C0D2EB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4253158"/>
            <a:ext cx="10993549" cy="1475013"/>
          </a:xfrm>
        </p:spPr>
        <p:txBody>
          <a:bodyPr>
            <a:noAutofit/>
          </a:bodyPr>
          <a:lstStyle/>
          <a:p>
            <a:pPr algn="ctr"/>
            <a:r>
              <a:rPr lang="ja-JP" altLang="en-US" sz="13800" dirty="0">
                <a:solidFill>
                  <a:schemeClr val="bg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語彙</a:t>
            </a:r>
            <a:endParaRPr lang="en-US" sz="13800" dirty="0">
              <a:solidFill>
                <a:schemeClr val="bg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114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2766-1732-6C3F-A1FF-82CA825C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79C3F9-039C-7178-376F-84081C28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D6D06-BDFA-8401-0202-5E6640FDEE8A}"/>
              </a:ext>
            </a:extLst>
          </p:cNvPr>
          <p:cNvSpPr txBox="1"/>
          <p:nvPr/>
        </p:nvSpPr>
        <p:spPr>
          <a:xfrm>
            <a:off x="378988" y="2267712"/>
            <a:ext cx="11434024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レジ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Kasir (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Tempat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kasir”nya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orang)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レジで払います。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Bayar di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kasir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勘定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（かんじょう）を</a:t>
            </a:r>
            <a:r>
              <a:rPr lang="ja-JP" altLang="en-US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済ませる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（すませる）。：</a:t>
            </a:r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Menyelesaikan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pembayaran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beresin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tagihan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→先に勘定を済ませておきます。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 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Terlebih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dahulu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menyelesaikan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pembayaran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勘定をお願いします　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Minta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tagihan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(paling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sopan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restoran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→すみません、勘定をお願いします。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Maaf,minta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tagihannya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857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99B1E-B0B9-2E20-5FAF-31FEFB63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DA4E4-9F26-33E6-C578-36891D5F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67B28-A475-A319-FFC9-93C0F56D4A88}"/>
              </a:ext>
            </a:extLst>
          </p:cNvPr>
          <p:cNvSpPr txBox="1"/>
          <p:nvPr/>
        </p:nvSpPr>
        <p:spPr>
          <a:xfrm>
            <a:off x="378988" y="1993392"/>
            <a:ext cx="11434024" cy="47089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別々（べつべつ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Terpisah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Masing-masing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別々に払う。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Bayar masing-masing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別々でお願いします。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terpisah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bayarnya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割り勘（わりかん）にする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Patungan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split bill</a:t>
            </a:r>
          </a:p>
          <a:p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→今日は割り勘にしよう。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  Hari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patungan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yuk.(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rata)</a:t>
            </a: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おごる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Mentraktir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おごり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Traktir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(Noun)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＊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Biasa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oleh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laki-laki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Formal :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ごちそうする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コーヒをおごるよ。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teraktir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kopi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先輩におごってもらった。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Ditraktir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senpai</a:t>
            </a:r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240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9D03-5E88-CA69-9A1B-5A705F7E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6BD507-CE35-8699-00B8-041447B1E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4BB4-1D87-0025-D7DB-F2CDBB38034B}"/>
              </a:ext>
            </a:extLst>
          </p:cNvPr>
          <p:cNvSpPr txBox="1"/>
          <p:nvPr/>
        </p:nvSpPr>
        <p:spPr>
          <a:xfrm>
            <a:off x="378988" y="1993392"/>
            <a:ext cx="11434024" cy="4093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現金（げんきん）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Uang cash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現金で払います。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Bayar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 cash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有効期限（ゆうこうきげん）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Masa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berlaku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kartu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kupon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→カードの有効期限を確認してください。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 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cek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masa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berlaku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kartunya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くずす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Memecah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(uang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besar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),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nukerin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万円をくずしたいんですが。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Mau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pecah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 10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ribu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yen dong.</a:t>
            </a:r>
          </a:p>
        </p:txBody>
      </p:sp>
    </p:spTree>
    <p:extLst>
      <p:ext uri="{BB962C8B-B14F-4D97-AF65-F5344CB8AC3E}">
        <p14:creationId xmlns:p14="http://schemas.microsoft.com/office/powerpoint/2010/main" val="288608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949-6593-1372-DAEC-AF188648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0EC42-6002-137A-5A66-DE9FDB68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27D18-4F79-86C1-E342-39A7049085BC}"/>
              </a:ext>
            </a:extLst>
          </p:cNvPr>
          <p:cNvSpPr txBox="1"/>
          <p:nvPr/>
        </p:nvSpPr>
        <p:spPr>
          <a:xfrm>
            <a:off x="378988" y="2017270"/>
            <a:ext cx="11434024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おつり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Kembalian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おつりは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500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円です。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Kembaliannya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500yen.</a:t>
            </a: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おつりをもらう。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Menerima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レシートをもらう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Dapat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struk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領収書（りょうしゅしょ）をもらう　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Dapat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kwitansi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bukti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bayar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lunas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							  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cap,ket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dll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レシートいりますか？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Perlu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struk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領収書をお願いします。宛名（あてな）は会社名です。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Minta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kwitansinya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Atas nama Perusahaan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996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8B17-3749-731B-0E48-75C6B222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FA5F4-E940-2E49-121C-7ADB078E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9A18A-772E-1D93-6815-9DAC7BE15D45}"/>
              </a:ext>
            </a:extLst>
          </p:cNvPr>
          <p:cNvSpPr txBox="1"/>
          <p:nvPr/>
        </p:nvSpPr>
        <p:spPr>
          <a:xfrm>
            <a:off x="378988" y="2017270"/>
            <a:ext cx="11434024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むだづかいをする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Buang-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uang/Boros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guna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implusif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lvl="2"/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 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membeli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kepake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コンビニでむだづかいしちゃった。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boros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kombini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perlu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ぜいたくをする　　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Hidup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mewah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foya-foya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たまにはせいたくををしたい。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Sesekali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pengen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foya-foya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ah.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請求書（せいきゅうしょ）が届く：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Tagihan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datang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(Invoice)</a:t>
            </a: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電気の請求書が届いた。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Tagihan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Listrik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datang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058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308B-A121-3038-E10E-519E6644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345BD7-172D-1BB2-154A-3FEC9080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89C98-52C3-2826-70B5-C58A879FB141}"/>
              </a:ext>
            </a:extLst>
          </p:cNvPr>
          <p:cNvSpPr txBox="1"/>
          <p:nvPr/>
        </p:nvSpPr>
        <p:spPr>
          <a:xfrm>
            <a:off x="378988" y="2017270"/>
            <a:ext cx="11434024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費用（ひよう）がかかる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Butuh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Membutuhkan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修理に費用がかかりますか？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Apakah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perbaikannya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membutuhkan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生活が不足（ふそく）する：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hidup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kurang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cukup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今月のの生活費が不足する。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hidup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kurang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交通費（こうつうひ）　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transport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交通費は会社が出してくれます。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transport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ditanggung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Perusahaan.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お金が足りる　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cukup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お金が足りない：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cukup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774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1987-6271-B979-C04F-6BFAA70A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F294D-100D-AF76-CEF6-ECEC333C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9E402-F872-EA66-F15F-25FC529D5610}"/>
              </a:ext>
            </a:extLst>
          </p:cNvPr>
          <p:cNvSpPr txBox="1"/>
          <p:nvPr/>
        </p:nvSpPr>
        <p:spPr>
          <a:xfrm>
            <a:off x="378988" y="2017270"/>
            <a:ext cx="11434024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食費を節約する（しょくひをせつやくする）：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Menghemat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→最近、食費を節約している。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Akhir-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menghemat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むだを省く（はぶく）：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Memangkas 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perlu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mengurangi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pemborosan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むだをなくす　　　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Menghilangkan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pemborosan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むだな作業を省く。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Memangkas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pekerjaan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perlu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貧乏（びんぼう）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お金持ち（おかねもち）：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kaya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ギャンブルで貧乏になった。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Jadi miskin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gara-gara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judi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たからくじでお金持ちになる。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 kaya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gara-gara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lotre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60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473C-F376-F750-1449-B7627205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C4BBA1-6C48-0D2F-38AD-A97777E4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9A9AB-AC95-603D-BD2E-EACB650C4129}"/>
              </a:ext>
            </a:extLst>
          </p:cNvPr>
          <p:cNvSpPr txBox="1"/>
          <p:nvPr/>
        </p:nvSpPr>
        <p:spPr>
          <a:xfrm>
            <a:off x="378988" y="2017270"/>
            <a:ext cx="11434024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貧しい生活（まずしいせいかつ）：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Kehidupan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miskin/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serba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kekurangan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借金をする（しゃっきん）　　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Berhutang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meminjam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 (yang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harus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dibayar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bunga)</a:t>
            </a: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貧しい生活を送る。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Menjalani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hidup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serba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kekurangan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銀行から借金をする。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Meminjam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bank</a:t>
            </a:r>
          </a:p>
        </p:txBody>
      </p:sp>
    </p:spTree>
    <p:extLst>
      <p:ext uri="{BB962C8B-B14F-4D97-AF65-F5344CB8AC3E}">
        <p14:creationId xmlns:p14="http://schemas.microsoft.com/office/powerpoint/2010/main" val="12766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511-2807-A82C-2D01-25F84F99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80EA64-B1DC-6AE8-F0F9-E577FC72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1B633-F16A-091F-48D7-BAEA18E86C69}"/>
              </a:ext>
            </a:extLst>
          </p:cNvPr>
          <p:cNvSpPr txBox="1"/>
          <p:nvPr/>
        </p:nvSpPr>
        <p:spPr>
          <a:xfrm>
            <a:off x="286651" y="1950858"/>
            <a:ext cx="11618697" cy="40667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＜レジでお金を払いながら＞「（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領収書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請求書）をいただけますか。」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毎月食費はどれくらい（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かかります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たります）か。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この町には、（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不足した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貧しい）人が多い。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むだを（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省いて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節約して）仕事をしよう。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授業料を払ったら、生活（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料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費）がなくなってしまった。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「今日の飲み会は、部長の（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勘定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おごり）だそうだよ。」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E07B1C-CC27-EE3D-7FD8-0B491E2FE8AE}"/>
              </a:ext>
            </a:extLst>
          </p:cNvPr>
          <p:cNvSpPr/>
          <p:nvPr/>
        </p:nvSpPr>
        <p:spPr>
          <a:xfrm>
            <a:off x="4695995" y="210840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4BCC30-93E7-1942-34ED-CD946323489D}"/>
              </a:ext>
            </a:extLst>
          </p:cNvPr>
          <p:cNvSpPr/>
          <p:nvPr/>
        </p:nvSpPr>
        <p:spPr>
          <a:xfrm>
            <a:off x="3593588" y="275788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50D891-EE2E-7E50-172E-15EEF6188C6C}"/>
              </a:ext>
            </a:extLst>
          </p:cNvPr>
          <p:cNvSpPr/>
          <p:nvPr/>
        </p:nvSpPr>
        <p:spPr>
          <a:xfrm>
            <a:off x="4231679" y="3484577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E8D362-49E4-C676-C6E7-3FAADADDE657}"/>
              </a:ext>
            </a:extLst>
          </p:cNvPr>
          <p:cNvSpPr/>
          <p:nvPr/>
        </p:nvSpPr>
        <p:spPr>
          <a:xfrm>
            <a:off x="1696422" y="415939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9F05A4-5F92-2491-A42A-33EA3F57805B}"/>
              </a:ext>
            </a:extLst>
          </p:cNvPr>
          <p:cNvSpPr/>
          <p:nvPr/>
        </p:nvSpPr>
        <p:spPr>
          <a:xfrm>
            <a:off x="4755816" y="480887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A6CD92-803F-9EC8-91B8-DA407CA22AE4}"/>
              </a:ext>
            </a:extLst>
          </p:cNvPr>
          <p:cNvSpPr/>
          <p:nvPr/>
        </p:nvSpPr>
        <p:spPr>
          <a:xfrm>
            <a:off x="5302746" y="5432716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9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7BA2-5187-F370-D70D-A8BB834A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EEFCA-F03C-9F50-6B97-63E252EA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9D0B9E-1232-4564-133F-B112C2BD355D}"/>
              </a:ext>
            </a:extLst>
          </p:cNvPr>
          <p:cNvSpPr txBox="1"/>
          <p:nvPr/>
        </p:nvSpPr>
        <p:spPr>
          <a:xfrm>
            <a:off x="286651" y="1950858"/>
            <a:ext cx="11618697" cy="33896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「一万円札を千円札に（　　　　）くださいませんか。」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 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くずして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．はぶいて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．すませて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4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．かせいで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．「商品を取り替えるときは、必ず（　　　）を持ってきてください。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．クレジットカード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．レシート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．レジ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4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．請求書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F2226C-1CAA-98F3-E2FC-ED9C08597C0A}"/>
              </a:ext>
            </a:extLst>
          </p:cNvPr>
          <p:cNvSpPr/>
          <p:nvPr/>
        </p:nvSpPr>
        <p:spPr>
          <a:xfrm>
            <a:off x="688018" y="2774974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F41ED4-FD28-5517-6104-0EA365BE62D5}"/>
              </a:ext>
            </a:extLst>
          </p:cNvPr>
          <p:cNvSpPr/>
          <p:nvPr/>
        </p:nvSpPr>
        <p:spPr>
          <a:xfrm>
            <a:off x="3857084" y="473908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3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D290-81A0-B97B-CACB-D95BF78D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489838-3216-9B5F-3987-9ADD9647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お金を払いましょ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pay the bill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D1BAA-FD9C-E849-D369-FC46E002D92E}"/>
              </a:ext>
            </a:extLst>
          </p:cNvPr>
          <p:cNvSpPr txBox="1"/>
          <p:nvPr/>
        </p:nvSpPr>
        <p:spPr>
          <a:xfrm>
            <a:off x="457567" y="2839621"/>
            <a:ext cx="11618697" cy="22336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80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漢字を続きましょ！</a:t>
            </a:r>
            <a:endParaRPr lang="en-US" altLang="ja-JP" sz="80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078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8D94-2E14-26E4-2F72-022E7916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B59690-921F-B0FD-EC10-D528E88DA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4253158"/>
            <a:ext cx="10993549" cy="1475013"/>
          </a:xfrm>
        </p:spPr>
        <p:txBody>
          <a:bodyPr>
            <a:noAutofit/>
          </a:bodyPr>
          <a:lstStyle/>
          <a:p>
            <a:pPr algn="ctr"/>
            <a:r>
              <a:rPr lang="ja-JP" altLang="en-US" sz="13800" dirty="0">
                <a:solidFill>
                  <a:schemeClr val="bg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漢字</a:t>
            </a:r>
            <a:endParaRPr lang="en-US" sz="13800" dirty="0">
              <a:solidFill>
                <a:schemeClr val="bg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735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054C-F850-A2AC-8C0C-68C4648FE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6A2605-7D8C-6DB7-3C04-31255CEC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4E784-5DA1-2BAE-D1EB-43F17F8FFE1B}"/>
              </a:ext>
            </a:extLst>
          </p:cNvPr>
          <p:cNvSpPr txBox="1"/>
          <p:nvPr/>
        </p:nvSpPr>
        <p:spPr>
          <a:xfrm>
            <a:off x="217622" y="2017270"/>
            <a:ext cx="709757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せつ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750E8-5CFC-5E84-BA44-20591A996C39}"/>
              </a:ext>
            </a:extLst>
          </p:cNvPr>
          <p:cNvSpPr txBox="1"/>
          <p:nvPr/>
        </p:nvSpPr>
        <p:spPr>
          <a:xfrm>
            <a:off x="217622" y="2534189"/>
            <a:ext cx="709757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接続（せつぞく）：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Koneksi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Menyambung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面接（めんせつ）：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76DE2-B8A5-AA9F-39EE-E234193D58AF}"/>
              </a:ext>
            </a:extLst>
          </p:cNvPr>
          <p:cNvSpPr txBox="1"/>
          <p:nvPr/>
        </p:nvSpPr>
        <p:spPr>
          <a:xfrm>
            <a:off x="217622" y="3429000"/>
            <a:ext cx="7097577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Wi-fi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にせつぞくする。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Koneksi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Wifi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接続が切れました。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Koneksi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terputus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明日、面接があります。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Besok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interview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98B56A-97E7-74D4-8711-004C5295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017" y="2017270"/>
            <a:ext cx="2857500" cy="2427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6B60BC-904B-B28E-460B-0971D3FEA018}"/>
              </a:ext>
            </a:extLst>
          </p:cNvPr>
          <p:cNvSpPr txBox="1"/>
          <p:nvPr/>
        </p:nvSpPr>
        <p:spPr>
          <a:xfrm>
            <a:off x="217622" y="4744421"/>
            <a:ext cx="709757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もど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: Kembali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(INT)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もど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Mengembalikan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(TRA)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31C8B-97EC-AFC9-0BFB-209D24C8F6DC}"/>
              </a:ext>
            </a:extLst>
          </p:cNvPr>
          <p:cNvSpPr txBox="1"/>
          <p:nvPr/>
        </p:nvSpPr>
        <p:spPr>
          <a:xfrm>
            <a:off x="217622" y="5639232"/>
            <a:ext cx="7097577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家に戻る。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時間が戻る。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本をたなに戻す。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Mengembalikan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lemari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D15E09-FAB2-8F8F-2D29-FC41C6718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016" y="4631588"/>
            <a:ext cx="2857499" cy="205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0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CA88-B814-6AD6-AAD3-568DAA48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42357-DF43-AB72-F3CF-990A2DA1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1521D-33A2-1DC3-DDD5-8B05328032C0}"/>
              </a:ext>
            </a:extLst>
          </p:cNvPr>
          <p:cNvSpPr txBox="1"/>
          <p:nvPr/>
        </p:nvSpPr>
        <p:spPr>
          <a:xfrm>
            <a:off x="450704" y="1958730"/>
            <a:ext cx="7097577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つづ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Berlanjut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dgn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(INT)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つづ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ける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Melanjutkan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ぞく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03C0F-62FA-6D0B-51CD-37FFB960C771}"/>
              </a:ext>
            </a:extLst>
          </p:cNvPr>
          <p:cNvSpPr txBox="1"/>
          <p:nvPr/>
        </p:nvSpPr>
        <p:spPr>
          <a:xfrm>
            <a:off x="450703" y="3132165"/>
            <a:ext cx="709757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接続（せつぞく）：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Koneksi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Menyambung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E66AE-A28F-0403-E5ED-F46C2EED8FC0}"/>
              </a:ext>
            </a:extLst>
          </p:cNvPr>
          <p:cNvSpPr txBox="1"/>
          <p:nvPr/>
        </p:nvSpPr>
        <p:spPr>
          <a:xfrm>
            <a:off x="450703" y="3678707"/>
            <a:ext cx="709757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雨が続く。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Hujannya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berlanjut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勉強を続ける。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Melanjutkan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belajar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51B3F-1A51-05A3-4180-6465AE22A154}"/>
              </a:ext>
            </a:extLst>
          </p:cNvPr>
          <p:cNvSpPr txBox="1"/>
          <p:nvPr/>
        </p:nvSpPr>
        <p:spPr>
          <a:xfrm>
            <a:off x="450702" y="4533025"/>
            <a:ext cx="709757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しめ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Menunjukkan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E2811-8BE3-33B3-45BD-AFA3AE7AE7AD}"/>
              </a:ext>
            </a:extLst>
          </p:cNvPr>
          <p:cNvSpPr txBox="1"/>
          <p:nvPr/>
        </p:nvSpPr>
        <p:spPr>
          <a:xfrm>
            <a:off x="450702" y="5842337"/>
            <a:ext cx="709757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エラーが表示される。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Errornya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tampil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layar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上司の指示を待つ。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Manunggu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instruksi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7C304-253A-8541-DE9C-780F2C10D734}"/>
              </a:ext>
            </a:extLst>
          </p:cNvPr>
          <p:cNvSpPr txBox="1"/>
          <p:nvPr/>
        </p:nvSpPr>
        <p:spPr>
          <a:xfrm>
            <a:off x="450702" y="5002512"/>
            <a:ext cx="709757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表示（ひょうじ）：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Display/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Tampilan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指示（しじ）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Instruksi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perintah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kerja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5EDC1D-4F30-A0F9-4AF3-18AB51FF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370" y="4407155"/>
            <a:ext cx="2735356" cy="2397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821F83-81A8-4787-E002-97E0A3B0E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044" y="1899317"/>
            <a:ext cx="2735356" cy="24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28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17F34-63F2-A2A7-E778-36BB161C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40FC68-6AAB-6184-9648-414F2C32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682CC-F6F6-594D-E2EA-E7AB11E9747D}"/>
              </a:ext>
            </a:extLst>
          </p:cNvPr>
          <p:cNvSpPr txBox="1"/>
          <p:nvPr/>
        </p:nvSpPr>
        <p:spPr>
          <a:xfrm>
            <a:off x="450704" y="1958730"/>
            <a:ext cx="7599602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かん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6447A-7B57-7A68-D80D-B2EE3833F46A}"/>
              </a:ext>
            </a:extLst>
          </p:cNvPr>
          <p:cNvSpPr txBox="1"/>
          <p:nvPr/>
        </p:nvSpPr>
        <p:spPr>
          <a:xfrm>
            <a:off x="450701" y="2486547"/>
            <a:ext cx="7599605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完了（かんりょう）：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Tugas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100%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完全（かんぜん）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Lengkap,utuh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kurang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66DB2-6C8F-49F6-80A5-FB0A9A76F31D}"/>
              </a:ext>
            </a:extLst>
          </p:cNvPr>
          <p:cNvSpPr txBox="1"/>
          <p:nvPr/>
        </p:nvSpPr>
        <p:spPr>
          <a:xfrm>
            <a:off x="450701" y="3307388"/>
            <a:ext cx="7599605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レポートが完了した。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sdh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dikerjakan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完全に治った。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Sembuh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total(100%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sembuh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48D60-42DD-0724-CED3-5BAB59A4EB3A}"/>
              </a:ext>
            </a:extLst>
          </p:cNvPr>
          <p:cNvSpPr txBox="1"/>
          <p:nvPr/>
        </p:nvSpPr>
        <p:spPr>
          <a:xfrm>
            <a:off x="450702" y="4402596"/>
            <a:ext cx="7599604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りょう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FF167-3EA5-E60C-A141-66C0DC8DF855}"/>
              </a:ext>
            </a:extLst>
          </p:cNvPr>
          <p:cNvSpPr txBox="1"/>
          <p:nvPr/>
        </p:nvSpPr>
        <p:spPr>
          <a:xfrm>
            <a:off x="450701" y="6034181"/>
            <a:ext cx="7599604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会議が終了しました。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Rapatnya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berakhir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F4BAA-5E42-EBAB-E422-4570407A6D85}"/>
              </a:ext>
            </a:extLst>
          </p:cNvPr>
          <p:cNvSpPr txBox="1"/>
          <p:nvPr/>
        </p:nvSpPr>
        <p:spPr>
          <a:xfrm>
            <a:off x="450701" y="4918207"/>
            <a:ext cx="7599604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了解（りょうかい）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Roger,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Paham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終了（しゅうりょう）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: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Selesai,Berakhir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dikumpulkan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berhenti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E57313-3C6B-8FD9-E2FE-66B10AF6D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226" y="1873507"/>
            <a:ext cx="2857500" cy="2401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3D89ED-50D8-67FC-E30A-50505734D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510" y="4448068"/>
            <a:ext cx="2622932" cy="220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27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C167-74B3-50E8-8AA6-2C754C53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49293-A8B5-D528-1578-F485AC06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2B22C-AB07-EAE7-47BF-4A0E683AA759}"/>
              </a:ext>
            </a:extLst>
          </p:cNvPr>
          <p:cNvSpPr txBox="1"/>
          <p:nvPr/>
        </p:nvSpPr>
        <p:spPr>
          <a:xfrm>
            <a:off x="396916" y="2640048"/>
            <a:ext cx="7599602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のぼ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Mendaki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とう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CBA0B-935E-91A5-1492-A69C46395F9D}"/>
              </a:ext>
            </a:extLst>
          </p:cNvPr>
          <p:cNvSpPr txBox="1"/>
          <p:nvPr/>
        </p:nvSpPr>
        <p:spPr>
          <a:xfrm>
            <a:off x="396916" y="3771212"/>
            <a:ext cx="7599605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登録（とうろく）：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Mendaftar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Bikin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Akun)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登山（とざん）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Mendaki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gunung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14181-09A6-86CD-F514-E24397D80DA7}"/>
              </a:ext>
            </a:extLst>
          </p:cNvPr>
          <p:cNvSpPr txBox="1"/>
          <p:nvPr/>
        </p:nvSpPr>
        <p:spPr>
          <a:xfrm>
            <a:off x="396916" y="4549012"/>
            <a:ext cx="7599605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アプリに登録する。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Daftar di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aplikasi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週末は登山に行く予定です。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Weekend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berencana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naik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gunung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F2AB2C-5130-CC7E-54B6-A18D87EBA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490" y="2308988"/>
            <a:ext cx="3341594" cy="334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0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3125-0DDB-93DB-C0C8-CD14E3DC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3A050-D18B-1587-51F8-56305311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55078"/>
            <a:ext cx="11029616" cy="645328"/>
          </a:xfrm>
        </p:spPr>
        <p:txBody>
          <a:bodyPr>
            <a:no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981482-51A6-9AFB-F8D2-9437C99E1962}"/>
              </a:ext>
            </a:extLst>
          </p:cNvPr>
          <p:cNvSpPr txBox="1"/>
          <p:nvPr/>
        </p:nvSpPr>
        <p:spPr>
          <a:xfrm>
            <a:off x="361057" y="2622118"/>
            <a:ext cx="7599602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ろく</a:t>
            </a:r>
            <a:endParaRPr lang="en-US" altLang="ja-JP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A5E7F-DA82-2B0C-5CF6-40030E6F1F23}"/>
              </a:ext>
            </a:extLst>
          </p:cNvPr>
          <p:cNvSpPr txBox="1"/>
          <p:nvPr/>
        </p:nvSpPr>
        <p:spPr>
          <a:xfrm>
            <a:off x="361054" y="3151851"/>
            <a:ext cx="7599605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記録（きろく）　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Merekam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録音（ろくおん）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Merekam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suara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録画（ろくが）　　：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Merekam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(Video)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2BC56-833E-016D-16FB-2127C00234A0}"/>
              </a:ext>
            </a:extLst>
          </p:cNvPr>
          <p:cNvSpPr txBox="1"/>
          <p:nvPr/>
        </p:nvSpPr>
        <p:spPr>
          <a:xfrm>
            <a:off x="361057" y="4531082"/>
            <a:ext cx="7599605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会議を録音する。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Merekam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suara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rapat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テレビ番組を録画する。</a:t>
            </a:r>
            <a:r>
              <a:rPr lang="en-US" altLang="ja-JP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Merekam</a:t>
            </a:r>
            <a:r>
              <a:rPr lang="en-US" altLang="ja-JP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acara TV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684208-B168-E125-F1C9-96CCF341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943" y="2403057"/>
            <a:ext cx="3399865" cy="339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88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2E73-5DF2-A49F-2D1B-70CF2EB2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ertical Title 12">
            <a:extLst>
              <a:ext uri="{FF2B5EF4-FFF2-40B4-BE49-F238E27FC236}">
                <a16:creationId xmlns:a16="http://schemas.microsoft.com/office/drawing/2014/main" id="{5C714098-D918-3DEE-C443-B6013C8AD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68010" y="697759"/>
            <a:ext cx="2004164" cy="5183073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DE50A-DC77-813F-ACB6-A4B07598CB44}"/>
              </a:ext>
            </a:extLst>
          </p:cNvPr>
          <p:cNvSpPr txBox="1"/>
          <p:nvPr/>
        </p:nvSpPr>
        <p:spPr>
          <a:xfrm>
            <a:off x="451904" y="718514"/>
            <a:ext cx="11424280" cy="54209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接続：（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つなぐこと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つづくこと）。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完全：（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パーフェクト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セーフティ）。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面接：（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入院中の人に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その人を知るために）会うこと。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仕事の内容をノートに（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記録する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登録する）。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医者の（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案内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指示）にしたがう。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ラジオ番組を（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録音する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録画する）。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時に駅に着きます。」「（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了解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理解）です。」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日本の営業は（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完了　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終了）しました。</a:t>
            </a:r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EB6EED-F5BA-A94B-5BA1-FB8FD12F95F1}"/>
              </a:ext>
            </a:extLst>
          </p:cNvPr>
          <p:cNvSpPr/>
          <p:nvPr/>
        </p:nvSpPr>
        <p:spPr>
          <a:xfrm>
            <a:off x="1861675" y="946065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E67CF5-E324-B143-5B56-6A74A3640ACA}"/>
              </a:ext>
            </a:extLst>
          </p:cNvPr>
          <p:cNvSpPr/>
          <p:nvPr/>
        </p:nvSpPr>
        <p:spPr>
          <a:xfrm>
            <a:off x="1861675" y="1590101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99BB2B-30CE-3CD5-97EC-2BC5167C0579}"/>
              </a:ext>
            </a:extLst>
          </p:cNvPr>
          <p:cNvSpPr/>
          <p:nvPr/>
        </p:nvSpPr>
        <p:spPr>
          <a:xfrm>
            <a:off x="4074203" y="2320501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3F84E13-54FC-C8D4-08D9-879C7A94FBA8}"/>
              </a:ext>
            </a:extLst>
          </p:cNvPr>
          <p:cNvSpPr/>
          <p:nvPr/>
        </p:nvSpPr>
        <p:spPr>
          <a:xfrm>
            <a:off x="3798390" y="2940392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831DA4B-349E-C315-635E-2C61CB4A6F00}"/>
              </a:ext>
            </a:extLst>
          </p:cNvPr>
          <p:cNvSpPr/>
          <p:nvPr/>
        </p:nvSpPr>
        <p:spPr>
          <a:xfrm>
            <a:off x="3002622" y="3602666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E5BB07-6B13-65A6-FBF5-3DF90A7C154B}"/>
              </a:ext>
            </a:extLst>
          </p:cNvPr>
          <p:cNvSpPr/>
          <p:nvPr/>
        </p:nvSpPr>
        <p:spPr>
          <a:xfrm>
            <a:off x="2666300" y="4266511"/>
            <a:ext cx="456547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A265F9-D001-D73E-59F5-E823E68F1B45}"/>
              </a:ext>
            </a:extLst>
          </p:cNvPr>
          <p:cNvSpPr/>
          <p:nvPr/>
        </p:nvSpPr>
        <p:spPr>
          <a:xfrm>
            <a:off x="4330561" y="4912921"/>
            <a:ext cx="57939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38455D-C0FD-D2BA-A9A2-D977FD316435}"/>
              </a:ext>
            </a:extLst>
          </p:cNvPr>
          <p:cNvSpPr/>
          <p:nvPr/>
        </p:nvSpPr>
        <p:spPr>
          <a:xfrm>
            <a:off x="3784505" y="5631003"/>
            <a:ext cx="57939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6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06C1-735E-1C35-BEA8-E9CA8DDD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0A1B1-C5D9-3AD9-7BBF-526492D23911}"/>
              </a:ext>
            </a:extLst>
          </p:cNvPr>
          <p:cNvSpPr txBox="1"/>
          <p:nvPr/>
        </p:nvSpPr>
        <p:spPr>
          <a:xfrm>
            <a:off x="457567" y="2839621"/>
            <a:ext cx="11618697" cy="22336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80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お疲れさまでした！</a:t>
            </a:r>
            <a:endParaRPr lang="en-US" altLang="ja-JP" sz="80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B484CC9-59AA-E657-F549-21F1E6D6F778}"/>
              </a:ext>
            </a:extLst>
          </p:cNvPr>
          <p:cNvSpPr txBox="1">
            <a:spLocks/>
          </p:cNvSpPr>
          <p:nvPr/>
        </p:nvSpPr>
        <p:spPr>
          <a:xfrm>
            <a:off x="457567" y="1136458"/>
            <a:ext cx="11029616" cy="6453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携帯電話</a:t>
            </a:r>
            <a:b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Ponsel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937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{C421FE9F-A853-4C06-B88A-E4C1C218F756}TF319cfb39-eeba-4af5-a5a2-03d53d037516626a64da-3326752d55f8</Template>
  <TotalTime>249</TotalTime>
  <Words>2296</Words>
  <Application>Microsoft Office PowerPoint</Application>
  <PresentationFormat>Widescreen</PresentationFormat>
  <Paragraphs>195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UD Digi Kyokasho N</vt:lpstr>
      <vt:lpstr>Arial</vt:lpstr>
      <vt:lpstr>Calibri</vt:lpstr>
      <vt:lpstr>Gill Sans MT</vt:lpstr>
      <vt:lpstr>Wingdings 2</vt:lpstr>
      <vt:lpstr>Dividend</vt:lpstr>
      <vt:lpstr>語彙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お金を払いましょ Lets pay the bill</vt:lpstr>
      <vt:lpstr>漢字</vt:lpstr>
      <vt:lpstr>携帯電話 Ponsel</vt:lpstr>
      <vt:lpstr>携帯電話 Ponsel</vt:lpstr>
      <vt:lpstr>携帯電話 Ponsel</vt:lpstr>
      <vt:lpstr>携帯電話 Ponsel</vt:lpstr>
      <vt:lpstr>携帯電話 Ponsel</vt:lpstr>
      <vt:lpstr>携帯電話 Ponsel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10</cp:revision>
  <dcterms:created xsi:type="dcterms:W3CDTF">2026-09-30T03:23:18Z</dcterms:created>
  <dcterms:modified xsi:type="dcterms:W3CDTF">2026-10-07T13:28:49Z</dcterms:modified>
</cp:coreProperties>
</file>