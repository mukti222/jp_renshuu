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5C531E-12C1-E9D5-F056-FC66591A5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34" y="2419295"/>
            <a:ext cx="7315200" cy="201941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ja-JP" altLang="en-US" sz="16600" dirty="0"/>
              <a:t>語彙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1247546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269A-1377-F6AA-B3A7-B0FC3ADB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EAA540-D5AD-DFD7-214F-C09C29D85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82"/>
          <a:stretch>
            <a:fillRect/>
          </a:stretch>
        </p:blipFill>
        <p:spPr>
          <a:xfrm>
            <a:off x="4683630" y="846537"/>
            <a:ext cx="3988522" cy="5164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120F6F-CF68-660D-B5A2-9B9362B8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310"/>
          <a:stretch>
            <a:fillRect/>
          </a:stretch>
        </p:blipFill>
        <p:spPr>
          <a:xfrm>
            <a:off x="350979" y="846537"/>
            <a:ext cx="3988522" cy="1608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D612B3-D77D-E64C-E820-857043A6D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90" y="2697014"/>
            <a:ext cx="3296899" cy="3025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C2C30F-45AA-204A-FCAB-982C3EA71386}"/>
              </a:ext>
            </a:extLst>
          </p:cNvPr>
          <p:cNvSpPr txBox="1"/>
          <p:nvPr/>
        </p:nvSpPr>
        <p:spPr>
          <a:xfrm>
            <a:off x="65448" y="79429"/>
            <a:ext cx="491374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</a:p>
        </p:txBody>
      </p:sp>
    </p:spTree>
    <p:extLst>
      <p:ext uri="{BB962C8B-B14F-4D97-AF65-F5344CB8AC3E}">
        <p14:creationId xmlns:p14="http://schemas.microsoft.com/office/powerpoint/2010/main" val="234428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5DC3-3966-D240-6BD1-E216D884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9F4B9595-552F-90D6-4DB2-35B0BE242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70B922-0474-5CEB-4D2E-CC9B8181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545"/>
          <a:stretch>
            <a:fillRect/>
          </a:stretch>
        </p:blipFill>
        <p:spPr>
          <a:xfrm>
            <a:off x="7732423" y="1159163"/>
            <a:ext cx="3857625" cy="31172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A825FE-8C3E-1302-6A7C-9E6FBBFC0D0B}"/>
              </a:ext>
            </a:extLst>
          </p:cNvPr>
          <p:cNvSpPr txBox="1"/>
          <p:nvPr/>
        </p:nvSpPr>
        <p:spPr>
          <a:xfrm>
            <a:off x="4097914" y="4887104"/>
            <a:ext cx="7269018" cy="1477328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教科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きょうか）：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Pelajaran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arti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Contoh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数学（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Matematika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),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理科（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IPA),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社会（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科目（かもく）：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Pelajaran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spesifik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教科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431925" indent="-1090613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Contoh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社会　➡　日本歴史（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Sejarah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jepang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),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地理（ちり）：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Geografi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8F8A6-BB7F-F164-1999-92D7BDC4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5" b="45185"/>
          <a:stretch>
            <a:fillRect/>
          </a:stretch>
        </p:blipFill>
        <p:spPr>
          <a:xfrm>
            <a:off x="3636096" y="990600"/>
            <a:ext cx="3857625" cy="345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879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0878-6CC2-61EC-E8B0-E3F30651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B9420AAC-E5C8-7EDB-BF07-642C825BA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CAE95-C881-17AC-481D-1CFA7646610F}"/>
              </a:ext>
            </a:extLst>
          </p:cNvPr>
          <p:cNvSpPr txBox="1"/>
          <p:nvPr/>
        </p:nvSpPr>
        <p:spPr>
          <a:xfrm>
            <a:off x="3980873" y="751344"/>
            <a:ext cx="7269018" cy="5355312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時間割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じかんわり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: Jadwal Pelajaran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明日の時間割は何ですか？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Jadwal Pelajaran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入学式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にゅうがくしき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: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Upacara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penerimaan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siswa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来週、入学式があります。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Minggu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depan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upacara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penerimaan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siswa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卒業式　（そつぎょうしき）：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Upacara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kelulusan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先月、卒業式がありました。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fi-FI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Bulan lalu ada upacara kelulusan.</a:t>
            </a:r>
          </a:p>
          <a:p>
            <a:endParaRPr lang="fi-FI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出席する（しゅっせきする）：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Hadir / Absen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masuk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今日は全員出席しています。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Hari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semua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hadir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欠席する（けっせきする 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hadir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Absen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熱があるので、今日は学校を欠席します。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sv-SE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 demam, hari ini saya tidak masuk sekolah.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536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DF5D-D00A-90AB-0BCE-3CC701B9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C57B3ACB-76A2-DBBB-A426-6BDF937CA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260C8-179A-6B4D-9B64-12DB78C43DE7}"/>
              </a:ext>
            </a:extLst>
          </p:cNvPr>
          <p:cNvSpPr txBox="1"/>
          <p:nvPr/>
        </p:nvSpPr>
        <p:spPr>
          <a:xfrm>
            <a:off x="4048605" y="990600"/>
            <a:ext cx="7269018" cy="4801314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通学する（つうがくする）：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Berangkat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sekolah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(PP)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➡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Murid. Rute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rumah-sekolah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私は自転車で通学しています。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sv-SE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 berangkat sekolah naik sepeda. (untuk pelajar)</a:t>
            </a:r>
          </a:p>
          <a:p>
            <a:endParaRPr lang="sv-SE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通勤する（つうきんする）：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Berangkat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(PP)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➡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PEKERJA. Rute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rumah-kantor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父は電車で通勤しています。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Ayah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berangkat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naik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kereta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pekerja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学期（がっき 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Semester 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Periode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ajaran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もうすぐ新学期（しんがっき）が始まる。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Semester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akan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segera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dimulai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今学期（こんがっき）：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Semester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今学期は後期（こうき）です。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Semester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adalah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semester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04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77170-5B81-7DCE-617B-A043F0E6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D9C9F41D-05B5-8D81-9260-18E879501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0BEEE-2356-0A3C-DE53-753672FE85B8}"/>
              </a:ext>
            </a:extLst>
          </p:cNvPr>
          <p:cNvSpPr txBox="1"/>
          <p:nvPr/>
        </p:nvSpPr>
        <p:spPr>
          <a:xfrm>
            <a:off x="3650672" y="373945"/>
            <a:ext cx="8160328" cy="618630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前期（ぜんき）：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Semester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awal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paruh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pertama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前期の試験が終わりました。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Ujian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semester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awal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selesai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後期（こうき）：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Semester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paruh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kedua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今学期は後期（こうき）です。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Semester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adalah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semester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同じ学年（おなじがくねん）：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satu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Angkatan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→田中さんと同じ学年です。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seangkatan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Tanaka.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自習する （じしゅうする）：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belajar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mandiri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diajar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			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guru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図書館で自習しています。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it-IT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 belajar mandiri di perpustakaan.</a:t>
            </a:r>
          </a:p>
          <a:p>
            <a:endParaRPr lang="it-IT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削る（けずる）：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menyerut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memangkas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＊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Fisik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鉛筆を削る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pensil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＊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Abstrak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費用を削る、文を削る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memangkas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biaya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kalimat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鉛筆をナイフで削った。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pensil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pisau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19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9236-A388-4117-A0AF-DDAE691A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2E28936F-935F-75B2-180C-AB3CE38D8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01981-0C4D-E5D1-D6E9-B2AA2FAD7936}"/>
              </a:ext>
            </a:extLst>
          </p:cNvPr>
          <p:cNvSpPr txBox="1"/>
          <p:nvPr/>
        </p:nvSpPr>
        <p:spPr>
          <a:xfrm>
            <a:off x="3498272" y="390878"/>
            <a:ext cx="8693728" cy="2862322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測る（はかる）：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Mengukur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*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buat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ngukur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panjang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tinggi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kedalaman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luas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jarak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tinggi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badan, 	 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suhu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— yang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butuh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alat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</a:t>
            </a:r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solidFill>
                <a:srgbClr val="00AA48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solidFill>
                  <a:srgbClr val="00AA48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物差し（ものさし）で測る。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Mengukur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penggaris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kayu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定規で測る（じょうぎではかる）。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mengukur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penggaris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*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定規 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=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penggaris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istilah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umum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termasuk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plastik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segitiga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endParaRPr lang="en-US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合計を出す（ごうけいをだす）：　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Menghitung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/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mengeluarkan</a:t>
            </a:r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totalnya</a:t>
            </a:r>
            <a:endParaRPr lang="en-US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レシートの合計を出してください。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hitungkan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total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struknya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67249-F9CF-43AF-7CFD-759E395940FD}"/>
              </a:ext>
            </a:extLst>
          </p:cNvPr>
          <p:cNvSpPr txBox="1"/>
          <p:nvPr/>
        </p:nvSpPr>
        <p:spPr>
          <a:xfrm>
            <a:off x="3498272" y="3467100"/>
            <a:ext cx="8693728" cy="120032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足し算 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たしざん 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Penjumlahan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 + 3 =5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（に　たす　さん　は　ご）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引き算 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ひきざん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Pengurangan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5 – 3 =2 (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ご　ひく　さん　は　に）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掛け算 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かけざん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Perkalian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 x 2 =8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（よん　かける　に　は　はち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割り算 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わりざん ：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Pembagian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8 ÷4=2 (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はち　わる　よん　は　に）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90F58-4A18-C7CD-505A-9DB772819303}"/>
              </a:ext>
            </a:extLst>
          </p:cNvPr>
          <p:cNvSpPr txBox="1"/>
          <p:nvPr/>
        </p:nvSpPr>
        <p:spPr>
          <a:xfrm>
            <a:off x="3498272" y="4881329"/>
            <a:ext cx="8693728" cy="120032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Notes :</a:t>
            </a:r>
          </a:p>
          <a:p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「✙」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juga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dibaca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Plus (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プラス）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―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」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juga </a:t>
            </a:r>
            <a:r>
              <a:rPr lang="en-US" altLang="ja-JP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dibaca</a:t>
            </a:r>
            <a:r>
              <a:rPr lang="en-US" altLang="ja-JP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minus (</a:t>
            </a:r>
            <a:r>
              <a:rPr lang="ja-JP" altLang="en-US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マイナス）</a:t>
            </a:r>
            <a:endParaRPr lang="en-US" altLang="ja-JP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967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F8D2-7867-BF67-DF77-27A57720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AC8F1DCA-41F9-CAA0-E2CE-3D539B647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9FFAF-D3ED-DE76-826D-23BBBDC2CEFF}"/>
              </a:ext>
            </a:extLst>
          </p:cNvPr>
          <p:cNvSpPr txBox="1"/>
          <p:nvPr/>
        </p:nvSpPr>
        <p:spPr>
          <a:xfrm>
            <a:off x="3498272" y="213267"/>
            <a:ext cx="8541328" cy="6052170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物差しで（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けずったら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はかったら）、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30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センチあり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ました。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計算がおそいで、算数（さんすう）は（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とくいな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にがてな）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教科です。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大学の息子は、バスで（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通学 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通勤）している。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．ふつうは（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しりつ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こうりつ）高校のほうが、学費は安いです。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5. 5x3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かけざん　ｂ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たしざん）です。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6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．「明日は（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きゅうしょく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自習）がないので、お弁当をもってき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てください。</a:t>
            </a: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1482C3-C6C3-F0F4-3F70-70206492FA76}"/>
              </a:ext>
            </a:extLst>
          </p:cNvPr>
          <p:cNvSpPr/>
          <p:nvPr/>
        </p:nvSpPr>
        <p:spPr>
          <a:xfrm>
            <a:off x="6936509" y="237067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E06263-4BE0-E4F5-A534-FF04B282126C}"/>
              </a:ext>
            </a:extLst>
          </p:cNvPr>
          <p:cNvSpPr/>
          <p:nvPr/>
        </p:nvSpPr>
        <p:spPr>
          <a:xfrm>
            <a:off x="9795164" y="1128376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8360DE-A5E1-62CE-F75B-080B204E1FF9}"/>
              </a:ext>
            </a:extLst>
          </p:cNvPr>
          <p:cNvSpPr/>
          <p:nvPr/>
        </p:nvSpPr>
        <p:spPr>
          <a:xfrm>
            <a:off x="6548582" y="2509212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CFBAFB-A4B1-0FA4-A0A7-E9AAE6CBAF54}"/>
              </a:ext>
            </a:extLst>
          </p:cNvPr>
          <p:cNvSpPr/>
          <p:nvPr/>
        </p:nvSpPr>
        <p:spPr>
          <a:xfrm>
            <a:off x="6308436" y="3389746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94ADE3-C49E-2F43-8875-FDE025D2CC75}"/>
              </a:ext>
            </a:extLst>
          </p:cNvPr>
          <p:cNvSpPr/>
          <p:nvPr/>
        </p:nvSpPr>
        <p:spPr>
          <a:xfrm>
            <a:off x="4632036" y="4336473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F39E7F-17C5-2760-0AD4-597CBE581080}"/>
              </a:ext>
            </a:extLst>
          </p:cNvPr>
          <p:cNvSpPr/>
          <p:nvPr/>
        </p:nvSpPr>
        <p:spPr>
          <a:xfrm>
            <a:off x="4987636" y="5227782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4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DD03-FC1A-94B1-CFF7-65353882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7DCC5020-E64B-FAED-11BC-72610A4CE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41218" y="952500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5E8E6-9AA0-0980-9ADE-737D2EBC94FB}"/>
              </a:ext>
            </a:extLst>
          </p:cNvPr>
          <p:cNvSpPr txBox="1"/>
          <p:nvPr/>
        </p:nvSpPr>
        <p:spPr>
          <a:xfrm>
            <a:off x="3525981" y="1949703"/>
            <a:ext cx="8541328" cy="2358851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９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÷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３は（　　　）と読みます。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９たす３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９ひき３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c.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９かける３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d.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９わる３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風邪で（　　　）が多い。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出席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欠席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通学者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d.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通勤者</a:t>
            </a:r>
            <a:endParaRPr lang="en-US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6B21A5-D441-4E29-4A54-0D1026845E51}"/>
              </a:ext>
            </a:extLst>
          </p:cNvPr>
          <p:cNvSpPr/>
          <p:nvPr/>
        </p:nvSpPr>
        <p:spPr>
          <a:xfrm>
            <a:off x="9430327" y="2457703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4690BE-741D-533A-C23D-3A21093B7A48}"/>
              </a:ext>
            </a:extLst>
          </p:cNvPr>
          <p:cNvSpPr/>
          <p:nvPr/>
        </p:nvSpPr>
        <p:spPr>
          <a:xfrm>
            <a:off x="5172364" y="3800554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3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84F59-EB34-6B88-B174-FB99C574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F59166A4-ED6F-DD79-614D-CDF670357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学校へ行きましょう①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Lets Go School!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59B64E4-E2A0-26B3-527D-38B412BF6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ja-JP" altLang="en-US" sz="5400" b="1" dirty="0"/>
              <a:t>漢字に続きましょ！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72616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D912-9D1A-0A5B-3E3D-049F1F3C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A94970-0E97-B5F5-DCE7-45E26EAE8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34" y="2419295"/>
            <a:ext cx="7315200" cy="201941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ja-JP" altLang="en-US" sz="16600" dirty="0"/>
              <a:t>漢字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335758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3E8E-509C-3D48-88FF-897AF11A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76443002-F96A-5670-EE87-3F47741AB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3927" y="878609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日用品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にちようひ）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25AFAB-6C6F-798E-79F6-CCC8EAC22704}"/>
              </a:ext>
            </a:extLst>
          </p:cNvPr>
          <p:cNvSpPr txBox="1"/>
          <p:nvPr/>
        </p:nvSpPr>
        <p:spPr>
          <a:xfrm>
            <a:off x="5292434" y="500482"/>
            <a:ext cx="6460837" cy="1938992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すな 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Pasir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せ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砂糖（さとう）：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gula</a:t>
            </a: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子どもたちが砂はまであそんでいる。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Anak-ana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bermain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Pantai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berpasir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A9051-8508-0A37-05F6-502B802B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37" y="267854"/>
            <a:ext cx="2712027" cy="2712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1012DE-3A36-79AC-CD99-DCC8A784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37" y="3706091"/>
            <a:ext cx="2712027" cy="2712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65A95B-9CDA-7224-C3BF-9CF6EC36B569}"/>
              </a:ext>
            </a:extLst>
          </p:cNvPr>
          <p:cNvSpPr txBox="1"/>
          <p:nvPr/>
        </p:nvSpPr>
        <p:spPr>
          <a:xfrm>
            <a:off x="5292435" y="3861775"/>
            <a:ext cx="6460837" cy="2400657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しお 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Garam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えん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食塩（しょくえん）：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Garan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dapur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料理に食塩を少しくわえる。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Menambahkan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sedikit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garam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dapur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  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masakan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83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C82A-459B-9C56-3C96-17041D7D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3E42AED3-BDC7-4824-0A94-C89674AF0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3927" y="878609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日用品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にちようひ）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0454C-1EEE-A5E8-3161-BFFCD94D0B61}"/>
              </a:ext>
            </a:extLst>
          </p:cNvPr>
          <p:cNvSpPr txBox="1"/>
          <p:nvPr/>
        </p:nvSpPr>
        <p:spPr>
          <a:xfrm>
            <a:off x="5292434" y="500482"/>
            <a:ext cx="6460837" cy="255454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あぶら　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Minyak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semua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jenis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minyak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ゆ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しょう油（しょうゆ）：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Soy Sauce</a:t>
            </a: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灯油（とうゆ）：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Minyak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tanah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石油（せきゆ）：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Minyak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bumi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mentah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石油は地下（ちか）からとれる。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Minyak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bumi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diambil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bawah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4BFBDF-F797-2E61-8F2E-99D4AEF6F25E}"/>
              </a:ext>
            </a:extLst>
          </p:cNvPr>
          <p:cNvSpPr txBox="1"/>
          <p:nvPr/>
        </p:nvSpPr>
        <p:spPr>
          <a:xfrm>
            <a:off x="5292432" y="3841722"/>
            <a:ext cx="6460837" cy="2708434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みどり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Hijau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りょく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緑茶（りょくちゃ）：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Green tea</a:t>
            </a: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食後（しょくご）には温かい緑茶を飲むが習慣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（しゅうかん）だ。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Terbiasa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the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hijau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hangat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  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606C7-2782-42E8-B325-3D68713F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41" y="260158"/>
            <a:ext cx="3168842" cy="3168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181114-6F93-BD3C-00BD-779F7ADD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840" y="3611518"/>
            <a:ext cx="3168843" cy="316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0C4B7-F535-449D-57D1-EB42FCFF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FAB23A6D-7990-3072-08BE-F4289B65C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3927" y="878609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日用品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にちようひ）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B7CD1-4598-8798-BE21-84AACBE1C73D}"/>
              </a:ext>
            </a:extLst>
          </p:cNvPr>
          <p:cNvSpPr txBox="1"/>
          <p:nvPr/>
        </p:nvSpPr>
        <p:spPr>
          <a:xfrm>
            <a:off x="5292433" y="602082"/>
            <a:ext cx="6460837" cy="2400657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べに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こう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紅茶（こうちゃ）：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The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hitam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口紅（くちべに）：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Lipstick</a:t>
            </a: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彼女は新しい口紅をつけた。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Dia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lipstik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FF628-B1C9-2CCB-CDD1-39866B4ED86E}"/>
              </a:ext>
            </a:extLst>
          </p:cNvPr>
          <p:cNvSpPr txBox="1"/>
          <p:nvPr/>
        </p:nvSpPr>
        <p:spPr>
          <a:xfrm>
            <a:off x="5292433" y="4200393"/>
            <a:ext cx="6460837" cy="163121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～さつ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eksemplar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hitungan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冊数（さっす）：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本の冊数を数える。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Ngitung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23271-AD26-B00C-0071-57341C11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715" y="160529"/>
            <a:ext cx="3086219" cy="3086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7E9F11-3E34-D1C2-6710-9E5A0F5AA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182" y="3556001"/>
            <a:ext cx="3039752" cy="303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0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A7E0-81E0-984F-18C6-8C7CDC51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itle 2">
            <a:extLst>
              <a:ext uri="{FF2B5EF4-FFF2-40B4-BE49-F238E27FC236}">
                <a16:creationId xmlns:a16="http://schemas.microsoft.com/office/drawing/2014/main" id="{6A515722-036B-FE9F-6F0F-2424467AC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3927" y="878609"/>
            <a:ext cx="1540164" cy="495300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日用品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にちようひ）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09507D-BA52-89B6-61B4-D85837DE729C}"/>
              </a:ext>
            </a:extLst>
          </p:cNvPr>
          <p:cNvSpPr txBox="1"/>
          <p:nvPr/>
        </p:nvSpPr>
        <p:spPr>
          <a:xfrm>
            <a:off x="5292433" y="602082"/>
            <a:ext cx="6460837" cy="1785104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～こ（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Satuan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kecil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個人（こじん）：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Individu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pribadi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個数（こすう）：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benda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個人の権利（けんり）は尊重（そんこう）される。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Hak-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hak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individu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harus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dihormati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47A41-6148-5057-7D87-7704D8E071E8}"/>
              </a:ext>
            </a:extLst>
          </p:cNvPr>
          <p:cNvSpPr txBox="1"/>
          <p:nvPr/>
        </p:nvSpPr>
        <p:spPr>
          <a:xfrm>
            <a:off x="5292433" y="4200393"/>
            <a:ext cx="6460837" cy="1631216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～まい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Lembar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枚数（まいすう）：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lembar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* 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レポートの枚数を確認してください。</a:t>
            </a:r>
            <a:endParaRPr lang="en-US" altLang="ja-JP" sz="2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periksa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Kembali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000" b="1" dirty="0" err="1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laporannya</a:t>
            </a:r>
            <a:r>
              <a:rPr lang="en-US" altLang="ja-JP" sz="20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FA352-FF0C-D7EF-0943-396CCAB1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500" y="194396"/>
            <a:ext cx="3035419" cy="3035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EDD284-2250-4C83-5391-BEFF8487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768" y="3453115"/>
            <a:ext cx="3283761" cy="328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4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32EA-C3E4-DB7A-2E9B-4459F574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B5425B7-79F3-E4D0-F755-307D945B21D3}"/>
              </a:ext>
            </a:extLst>
          </p:cNvPr>
          <p:cNvSpPr txBox="1"/>
          <p:nvPr/>
        </p:nvSpPr>
        <p:spPr>
          <a:xfrm>
            <a:off x="3525982" y="264067"/>
            <a:ext cx="8541328" cy="590539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灯油：（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料理　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ヒーターなど）に使う油。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個人：（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ひとりひとりの　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なくなった）人。</a:t>
            </a:r>
            <a:endParaRPr lang="en-US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 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口紅：（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食品 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化粧品（けしょうひん））の一つ。</a:t>
            </a:r>
            <a:endParaRPr lang="en-US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．食塩：料理（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を入れる　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に味をつける）もの。</a:t>
            </a:r>
            <a:endParaRPr lang="en-US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5. 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海岸で（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砂　ｂ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粉）遊びをする。</a:t>
            </a:r>
            <a:endParaRPr lang="en-US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6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80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円の切手を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10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枚　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部）ください。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7. 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１（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個　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固）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200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円のりんご</a:t>
            </a:r>
            <a:endParaRPr lang="en-US" altLang="ja-JP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8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．図書館で本を２（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本　</a:t>
            </a:r>
            <a:r>
              <a:rPr lang="en-US" altLang="ja-JP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冊）借りました。</a:t>
            </a:r>
            <a:endParaRPr lang="en-US" sz="24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B73B15-C997-00A2-0E80-BA4B54227B7B}"/>
              </a:ext>
            </a:extLst>
          </p:cNvPr>
          <p:cNvSpPr/>
          <p:nvPr/>
        </p:nvSpPr>
        <p:spPr>
          <a:xfrm>
            <a:off x="6282266" y="580068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0121A0-35DE-D72B-2BF5-DBC7E678FBF7}"/>
              </a:ext>
            </a:extLst>
          </p:cNvPr>
          <p:cNvSpPr/>
          <p:nvPr/>
        </p:nvSpPr>
        <p:spPr>
          <a:xfrm>
            <a:off x="5086157" y="1181201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243F1E-828F-D7C6-2A36-076E45E3ECFB}"/>
              </a:ext>
            </a:extLst>
          </p:cNvPr>
          <p:cNvSpPr/>
          <p:nvPr/>
        </p:nvSpPr>
        <p:spPr>
          <a:xfrm>
            <a:off x="6147569" y="1897704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1A368F-BB4F-B7B9-870B-3937F299637B}"/>
              </a:ext>
            </a:extLst>
          </p:cNvPr>
          <p:cNvSpPr/>
          <p:nvPr/>
        </p:nvSpPr>
        <p:spPr>
          <a:xfrm>
            <a:off x="7556500" y="2659704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5572E8-F7A3-0227-FCC2-783B8DD00665}"/>
              </a:ext>
            </a:extLst>
          </p:cNvPr>
          <p:cNvSpPr/>
          <p:nvPr/>
        </p:nvSpPr>
        <p:spPr>
          <a:xfrm>
            <a:off x="5231631" y="3379371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3638A-41D2-147D-511B-05F902AD025A}"/>
              </a:ext>
            </a:extLst>
          </p:cNvPr>
          <p:cNvSpPr/>
          <p:nvPr/>
        </p:nvSpPr>
        <p:spPr>
          <a:xfrm>
            <a:off x="6288423" y="4116368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C39E93-DA7C-3DEE-7189-D5AC47AD5C1D}"/>
              </a:ext>
            </a:extLst>
          </p:cNvPr>
          <p:cNvSpPr/>
          <p:nvPr/>
        </p:nvSpPr>
        <p:spPr>
          <a:xfrm>
            <a:off x="4605866" y="4754499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66248A-8DA4-D8BC-D33B-2E3686621132}"/>
              </a:ext>
            </a:extLst>
          </p:cNvPr>
          <p:cNvSpPr/>
          <p:nvPr/>
        </p:nvSpPr>
        <p:spPr>
          <a:xfrm>
            <a:off x="7316354" y="5561458"/>
            <a:ext cx="480291" cy="508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Vertical Title 2">
            <a:extLst>
              <a:ext uri="{FF2B5EF4-FFF2-40B4-BE49-F238E27FC236}">
                <a16:creationId xmlns:a16="http://schemas.microsoft.com/office/drawing/2014/main" id="{26F4616F-79E5-A0F6-E9E7-695F87C7F5AF}"/>
              </a:ext>
            </a:extLst>
          </p:cNvPr>
          <p:cNvSpPr txBox="1">
            <a:spLocks/>
          </p:cNvSpPr>
          <p:nvPr/>
        </p:nvSpPr>
        <p:spPr>
          <a:xfrm>
            <a:off x="471437" y="902871"/>
            <a:ext cx="1540164" cy="4953000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日用品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にちようひ）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014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2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0FED-C1EA-2492-6DC8-55FAB936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7EC602-A7CF-F541-8424-67897606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ja-JP" altLang="en-US" sz="5400" b="1" dirty="0"/>
              <a:t>ありがとうございました</a:t>
            </a:r>
            <a:endParaRPr lang="en-US" sz="5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0660C4-0F19-4D2E-A2DF-533CAD842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日用品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にちようひ）</a:t>
            </a:r>
            <a:b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Kebutuhan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sehari-hari</a:t>
            </a:r>
            <a:b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3123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{0D984974-0368-47C4-9320-E4125CD50904}TF5b254a55-10e1-4643-bbf8-937ce7de93d83f6f5cdd-93cdcc90233f</Template>
  <TotalTime>273</TotalTime>
  <Words>2094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UD Digi Kyokasho N</vt:lpstr>
      <vt:lpstr>Arial</vt:lpstr>
      <vt:lpstr>Corbel</vt:lpstr>
      <vt:lpstr>Wingdings 2</vt:lpstr>
      <vt:lpstr>Frame</vt:lpstr>
      <vt:lpstr>PowerPoint Presentation</vt:lpstr>
      <vt:lpstr>PowerPoint Presentation</vt:lpstr>
      <vt:lpstr>学校へ行きましょう① Lets Go School! </vt:lpstr>
      <vt:lpstr>学校へ行きましょう① Lets Go School! </vt:lpstr>
      <vt:lpstr>学校へ行きましょう① Lets Go School! </vt:lpstr>
      <vt:lpstr>学校へ行きましょう① Lets Go School! </vt:lpstr>
      <vt:lpstr>学校へ行きましょう① Lets Go School! </vt:lpstr>
      <vt:lpstr>学校へ行きましょう① Lets Go School! </vt:lpstr>
      <vt:lpstr>学校へ行きましょう① Lets Go School! </vt:lpstr>
      <vt:lpstr>学校へ行きましょう① Lets Go School! </vt:lpstr>
      <vt:lpstr>PowerPoint Presentation</vt:lpstr>
      <vt:lpstr>日用品 (にちようひ） Barang Kebutuhan sehari-hari</vt:lpstr>
      <vt:lpstr>日用品 (にちようひ） Barang Kebutuhan sehari-hari</vt:lpstr>
      <vt:lpstr>日用品 (にちようひ） Barang Kebutuhan sehari-hari</vt:lpstr>
      <vt:lpstr>日用品 (にちようひ） Barang Kebutuhan sehari-hari</vt:lpstr>
      <vt:lpstr>PowerPoint Presentation</vt:lpstr>
      <vt:lpstr>日用品 (にちようひ） Barang Kebutuhan sehari-hari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7</cp:revision>
  <dcterms:created xsi:type="dcterms:W3CDTF">2026-10-07T03:52:21Z</dcterms:created>
  <dcterms:modified xsi:type="dcterms:W3CDTF">2026-10-19T13:33:35Z</dcterms:modified>
</cp:coreProperties>
</file>