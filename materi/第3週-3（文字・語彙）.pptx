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8" r:id="rId3"/>
    <p:sldId id="308" r:id="rId4"/>
    <p:sldId id="309" r:id="rId5"/>
    <p:sldId id="310" r:id="rId6"/>
    <p:sldId id="311" r:id="rId7"/>
    <p:sldId id="325" r:id="rId8"/>
    <p:sldId id="326" r:id="rId9"/>
    <p:sldId id="327" r:id="rId10"/>
    <p:sldId id="328" r:id="rId11"/>
    <p:sldId id="329" r:id="rId12"/>
    <p:sldId id="331" r:id="rId13"/>
    <p:sldId id="330" r:id="rId14"/>
    <p:sldId id="266" r:id="rId15"/>
    <p:sldId id="267" r:id="rId16"/>
    <p:sldId id="268" r:id="rId17"/>
    <p:sldId id="265" r:id="rId18"/>
    <p:sldId id="274" r:id="rId19"/>
    <p:sldId id="312" r:id="rId20"/>
    <p:sldId id="313" r:id="rId21"/>
    <p:sldId id="314" r:id="rId22"/>
    <p:sldId id="315" r:id="rId23"/>
    <p:sldId id="316" r:id="rId24"/>
    <p:sldId id="317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0A500"/>
    <a:srgbClr val="C88800"/>
    <a:srgbClr val="003400"/>
    <a:srgbClr val="005E00"/>
    <a:srgbClr val="388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650" autoAdjust="0"/>
    <p:restoredTop sz="81775" autoAdjust="0"/>
  </p:normalViewPr>
  <p:slideViewPr>
    <p:cSldViewPr snapToGrid="0">
      <p:cViewPr varScale="1">
        <p:scale>
          <a:sx n="89" d="100"/>
          <a:sy n="89" d="100"/>
        </p:scale>
        <p:origin x="19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37AA0-297A-46C8-A965-398882F7ECFE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8761F4-8F4F-44F9-8A99-E553B20181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79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1D05F-75DA-511F-9968-41BB1D8B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E9C7CD-C1F8-9742-46CB-EF79D2A3D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D0777E-6E93-F9C4-C3C2-29260CBCA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FB26-E153-AA95-AFBA-465ABBF49D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7412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CDF7D-2883-6500-6939-FC87FB4EE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D9C2F-1366-ADF0-5323-2C8A520019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A99662-C30C-4B9B-82DD-248D8518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6453E-95B7-5AE7-BDDC-9E56CA4BC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9096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892E6-869C-1E52-EC1A-D9D0D38D7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268848-2562-4061-63E1-65391DB2AB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48B18-F836-6189-DAD1-0D5D5B1262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C7FB7-4E65-B70F-6A0D-35159237D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961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2B46A-08D4-6DAB-B93D-65E52BF8D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63B1AC-CAB3-79B4-17BC-C9C87E989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9E6602-5CA8-0168-590E-E4EF3D167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目立つ　：</a:t>
            </a:r>
            <a:r>
              <a:rPr lang="en-US" altLang="ja-JP" dirty="0"/>
              <a:t>Verb MENONJOL ( </a:t>
            </a:r>
            <a:r>
              <a:rPr lang="en-US" altLang="ja-JP" dirty="0" err="1"/>
              <a:t>hasilnya</a:t>
            </a:r>
            <a:r>
              <a:rPr lang="en-US" altLang="ja-JP" dirty="0"/>
              <a:t>) </a:t>
            </a:r>
            <a:r>
              <a:rPr lang="ja-JP" altLang="en-US" dirty="0"/>
              <a:t>→</a:t>
            </a:r>
            <a:r>
              <a:rPr lang="en-US" altLang="ja-JP" dirty="0"/>
              <a:t> </a:t>
            </a:r>
            <a:r>
              <a:rPr lang="en-US" altLang="ja-JP" dirty="0" err="1"/>
              <a:t>Efeknya</a:t>
            </a:r>
            <a:r>
              <a:rPr lang="en-US" altLang="ja-JP" dirty="0"/>
              <a:t> </a:t>
            </a:r>
            <a:r>
              <a:rPr lang="en-US" altLang="ja-JP" dirty="0" err="1"/>
              <a:t>bikin</a:t>
            </a:r>
            <a:r>
              <a:rPr lang="en-US" altLang="ja-JP" dirty="0"/>
              <a:t> orang </a:t>
            </a:r>
            <a:r>
              <a:rPr lang="en-US" altLang="ja-JP" dirty="0" err="1"/>
              <a:t>menoleh</a:t>
            </a:r>
            <a:r>
              <a:rPr lang="en-US" altLang="ja-JP" dirty="0"/>
              <a:t>. (</a:t>
            </a:r>
            <a:r>
              <a:rPr lang="en-US" altLang="ja-JP" dirty="0" err="1"/>
              <a:t>Fokusnya</a:t>
            </a:r>
            <a:r>
              <a:rPr lang="en-US" altLang="ja-JP" dirty="0"/>
              <a:t> </a:t>
            </a:r>
            <a:r>
              <a:rPr lang="en-US" altLang="ja-JP" dirty="0" err="1"/>
              <a:t>bukan</a:t>
            </a:r>
            <a:r>
              <a:rPr lang="en-US" altLang="ja-JP" dirty="0"/>
              <a:t> </a:t>
            </a:r>
            <a:r>
              <a:rPr lang="en-US" altLang="ja-JP" dirty="0" err="1"/>
              <a:t>bajunya</a:t>
            </a:r>
            <a:r>
              <a:rPr lang="en-US" altLang="ja-JP" dirty="0"/>
              <a:t> </a:t>
            </a:r>
            <a:r>
              <a:rPr lang="en-US" altLang="ja-JP" dirty="0" err="1"/>
              <a:t>heboh</a:t>
            </a:r>
            <a:r>
              <a:rPr lang="en-US" altLang="ja-JP" dirty="0"/>
              <a:t> </a:t>
            </a:r>
            <a:r>
              <a:rPr lang="en-US" altLang="ja-JP" dirty="0" err="1"/>
              <a:t>atau</a:t>
            </a:r>
            <a:r>
              <a:rPr lang="en-US" altLang="ja-JP" dirty="0"/>
              <a:t> </a:t>
            </a:r>
            <a:r>
              <a:rPr lang="en-US" altLang="ja-JP" dirty="0" err="1"/>
              <a:t>enggak</a:t>
            </a:r>
            <a:r>
              <a:rPr lang="en-US" altLang="ja-JP" dirty="0"/>
              <a:t>, </a:t>
            </a:r>
            <a:r>
              <a:rPr lang="en-US" altLang="ja-JP" dirty="0" err="1"/>
              <a:t>tapi</a:t>
            </a:r>
            <a:r>
              <a:rPr lang="en-US" altLang="ja-JP" dirty="0"/>
              <a:t> </a:t>
            </a:r>
            <a:r>
              <a:rPr lang="en-US" altLang="ja-JP" dirty="0" err="1"/>
              <a:t>kerena</a:t>
            </a:r>
            <a:r>
              <a:rPr lang="en-US" altLang="ja-JP" dirty="0"/>
              <a:t> </a:t>
            </a:r>
            <a:r>
              <a:rPr lang="en-US" altLang="ja-JP" dirty="0" err="1"/>
              <a:t>beda</a:t>
            </a:r>
            <a:r>
              <a:rPr lang="en-US" altLang="ja-JP" dirty="0"/>
              <a:t> </a:t>
            </a:r>
            <a:r>
              <a:rPr lang="en-US" altLang="ja-JP" dirty="0" err="1"/>
              <a:t>sendiri</a:t>
            </a:r>
            <a:r>
              <a:rPr lang="en-US" altLang="ja-JP" dirty="0"/>
              <a:t> </a:t>
            </a:r>
            <a:r>
              <a:rPr lang="en-US" altLang="ja-JP" dirty="0" err="1"/>
              <a:t>dari</a:t>
            </a:r>
            <a:r>
              <a:rPr lang="en-US" altLang="ja-JP" dirty="0"/>
              <a:t> </a:t>
            </a:r>
            <a:r>
              <a:rPr lang="en-US" altLang="ja-JP" dirty="0" err="1"/>
              <a:t>sekitarnya</a:t>
            </a:r>
            <a:r>
              <a:rPr lang="en-US" altLang="ja-JP" dirty="0"/>
              <a:t> </a:t>
            </a:r>
            <a:r>
              <a:rPr lang="en-US" altLang="ja-JP" dirty="0" err="1"/>
              <a:t>jadi</a:t>
            </a:r>
            <a:r>
              <a:rPr lang="en-US" altLang="ja-JP" dirty="0"/>
              <a:t> </a:t>
            </a:r>
            <a:r>
              <a:rPr lang="en-US" altLang="ja-JP" dirty="0" err="1"/>
              <a:t>keliatan</a:t>
            </a:r>
            <a:r>
              <a:rPr lang="en-US" altLang="ja-JP" dirty="0"/>
              <a:t>)</a:t>
            </a:r>
          </a:p>
          <a:p>
            <a:r>
              <a:rPr lang="en-US" altLang="ja-JP" dirty="0"/>
              <a:t>	Bisa </a:t>
            </a:r>
            <a:r>
              <a:rPr lang="en-US" altLang="ja-JP" dirty="0" err="1"/>
              <a:t>aja</a:t>
            </a:r>
            <a:r>
              <a:rPr lang="en-US" altLang="ja-JP" dirty="0"/>
              <a:t> </a:t>
            </a:r>
            <a:r>
              <a:rPr lang="en-US" altLang="ja-JP" dirty="0" err="1"/>
              <a:t>bajunya</a:t>
            </a:r>
            <a:r>
              <a:rPr lang="en-US" altLang="ja-JP" dirty="0"/>
              <a:t> </a:t>
            </a:r>
            <a:r>
              <a:rPr lang="ja-JP" altLang="en-US" dirty="0"/>
              <a:t>じみ</a:t>
            </a:r>
            <a:r>
              <a:rPr lang="en-US" altLang="ja-JP" dirty="0"/>
              <a:t> </a:t>
            </a:r>
            <a:r>
              <a:rPr lang="en-US" altLang="ja-JP" dirty="0" err="1"/>
              <a:t>tapi</a:t>
            </a:r>
            <a:r>
              <a:rPr lang="en-US" altLang="ja-JP" dirty="0"/>
              <a:t> </a:t>
            </a:r>
            <a:r>
              <a:rPr lang="en-US" altLang="ja-JP" dirty="0" err="1"/>
              <a:t>tetap</a:t>
            </a:r>
            <a:r>
              <a:rPr lang="en-US" altLang="ja-JP" dirty="0"/>
              <a:t> </a:t>
            </a:r>
            <a:r>
              <a:rPr lang="ja-JP" altLang="en-US" dirty="0"/>
              <a:t>目立つ。</a:t>
            </a:r>
            <a:endParaRPr lang="en-US" altLang="ja-JP" dirty="0"/>
          </a:p>
          <a:p>
            <a:r>
              <a:rPr lang="en-US" altLang="ja-JP" dirty="0"/>
              <a:t>	</a:t>
            </a:r>
            <a:r>
              <a:rPr lang="ja-JP" altLang="en-US" dirty="0"/>
              <a:t>彼は背が高いから、どこに行っても目立つ。</a:t>
            </a:r>
            <a:r>
              <a:rPr lang="en-US" altLang="ja-JP" dirty="0"/>
              <a:t>Karena </a:t>
            </a:r>
            <a:r>
              <a:rPr lang="en-US" altLang="ja-JP" dirty="0" err="1"/>
              <a:t>tinggi</a:t>
            </a:r>
            <a:r>
              <a:rPr lang="en-US" altLang="ja-JP" dirty="0"/>
              <a:t>, </a:t>
            </a:r>
            <a:r>
              <a:rPr lang="en-US" altLang="ja-JP" dirty="0" err="1"/>
              <a:t>kemana</a:t>
            </a:r>
            <a:r>
              <a:rPr lang="en-US" altLang="ja-JP" dirty="0"/>
              <a:t> </a:t>
            </a:r>
            <a:r>
              <a:rPr lang="en-US" altLang="ja-JP" dirty="0" err="1"/>
              <a:t>aja</a:t>
            </a:r>
            <a:r>
              <a:rPr lang="en-US" altLang="ja-JP" dirty="0"/>
              <a:t> </a:t>
            </a:r>
            <a:r>
              <a:rPr lang="en-US" altLang="ja-JP" dirty="0" err="1"/>
              <a:t>pergi</a:t>
            </a:r>
            <a:r>
              <a:rPr lang="en-US" altLang="ja-JP" dirty="0"/>
              <a:t> </a:t>
            </a:r>
            <a:r>
              <a:rPr lang="en-US" altLang="ja-JP" dirty="0" err="1"/>
              <a:t>menonjol</a:t>
            </a:r>
            <a:r>
              <a:rPr lang="en-US" altLang="ja-JP" dirty="0"/>
              <a:t>.</a:t>
            </a:r>
          </a:p>
          <a:p>
            <a:r>
              <a:rPr lang="en-US" altLang="ja-JP" dirty="0"/>
              <a:t>	</a:t>
            </a:r>
            <a:r>
              <a:rPr lang="ja-JP" altLang="en-US" dirty="0"/>
              <a:t>黒い服ばかりの中で、白いふくはすごく目立つよ。</a:t>
            </a:r>
            <a:r>
              <a:rPr lang="en-US" altLang="ja-JP" dirty="0" err="1"/>
              <a:t>Diantara</a:t>
            </a:r>
            <a:r>
              <a:rPr lang="en-US" altLang="ja-JP" dirty="0"/>
              <a:t> baju </a:t>
            </a:r>
            <a:r>
              <a:rPr lang="en-US" altLang="ja-JP" dirty="0" err="1"/>
              <a:t>hitam</a:t>
            </a:r>
            <a:r>
              <a:rPr lang="en-US" altLang="ja-JP" dirty="0"/>
              <a:t> </a:t>
            </a:r>
            <a:r>
              <a:rPr lang="en-US" altLang="ja-JP" dirty="0" err="1"/>
              <a:t>semua</a:t>
            </a:r>
            <a:r>
              <a:rPr lang="en-US" altLang="ja-JP" dirty="0"/>
              <a:t>, baju </a:t>
            </a:r>
            <a:r>
              <a:rPr lang="en-US" altLang="ja-JP" dirty="0" err="1"/>
              <a:t>putih</a:t>
            </a:r>
            <a:r>
              <a:rPr lang="en-US" altLang="ja-JP" dirty="0"/>
              <a:t>  </a:t>
            </a:r>
            <a:r>
              <a:rPr lang="en-US" altLang="ja-JP" dirty="0" err="1"/>
              <a:t>jadi</a:t>
            </a:r>
            <a:r>
              <a:rPr lang="en-US" altLang="ja-JP" dirty="0"/>
              <a:t> sangat </a:t>
            </a:r>
            <a:r>
              <a:rPr lang="en-US" altLang="ja-JP" dirty="0" err="1"/>
              <a:t>menonjol</a:t>
            </a:r>
            <a:r>
              <a:rPr lang="en-US" altLang="ja-JP" dirty="0"/>
              <a:t>. </a:t>
            </a:r>
            <a:r>
              <a:rPr lang="en-US" altLang="ja-JP" dirty="0" err="1"/>
              <a:t>Padahal</a:t>
            </a:r>
            <a:r>
              <a:rPr lang="en-US" altLang="ja-JP" dirty="0"/>
              <a:t> </a:t>
            </a:r>
            <a:r>
              <a:rPr lang="en-US" altLang="ja-JP" dirty="0" err="1"/>
              <a:t>putih</a:t>
            </a:r>
            <a:r>
              <a:rPr lang="en-US" altLang="ja-JP" dirty="0"/>
              <a:t> </a:t>
            </a:r>
            <a:r>
              <a:rPr lang="en-US" altLang="ja-JP" dirty="0" err="1"/>
              <a:t>bukan</a:t>
            </a:r>
            <a:r>
              <a:rPr lang="en-US" altLang="ja-JP" dirty="0"/>
              <a:t> </a:t>
            </a:r>
            <a:r>
              <a:rPr lang="en-US" altLang="ja-JP" dirty="0" err="1"/>
              <a:t>warna</a:t>
            </a:r>
            <a:r>
              <a:rPr lang="en-US" altLang="ja-JP" dirty="0"/>
              <a:t> </a:t>
            </a:r>
            <a:r>
              <a:rPr lang="ja-JP" altLang="en-US" dirty="0"/>
              <a:t>はで</a:t>
            </a:r>
            <a:r>
              <a:rPr lang="en-US" altLang="ja-JP" dirty="0"/>
              <a:t>, </a:t>
            </a:r>
            <a:r>
              <a:rPr lang="en-US" altLang="ja-JP" dirty="0" err="1"/>
              <a:t>karena</a:t>
            </a:r>
            <a:r>
              <a:rPr lang="en-US" altLang="ja-JP" dirty="0"/>
              <a:t> </a:t>
            </a:r>
            <a:r>
              <a:rPr lang="en-US" altLang="ja-JP" dirty="0" err="1"/>
              <a:t>beda</a:t>
            </a:r>
            <a:r>
              <a:rPr lang="en-US" altLang="ja-JP" dirty="0"/>
              <a:t> </a:t>
            </a:r>
            <a:r>
              <a:rPr lang="en-US" altLang="ja-JP" dirty="0" err="1"/>
              <a:t>jadi</a:t>
            </a:r>
            <a:r>
              <a:rPr lang="ja-JP" altLang="en-US" dirty="0"/>
              <a:t>目立つ。</a:t>
            </a:r>
            <a:endParaRPr lang="en-US" altLang="ja-JP" dirty="0"/>
          </a:p>
          <a:p>
            <a:r>
              <a:rPr lang="ja-JP" altLang="en-US" dirty="0"/>
              <a:t>派手な　：</a:t>
            </a:r>
            <a:r>
              <a:rPr lang="en-US" altLang="ja-JP" dirty="0" err="1"/>
              <a:t>ini</a:t>
            </a:r>
            <a:r>
              <a:rPr lang="en-US" altLang="ja-JP" dirty="0"/>
              <a:t> </a:t>
            </a:r>
            <a:r>
              <a:rPr lang="en-US" altLang="ja-JP" dirty="0" err="1"/>
              <a:t>udah</a:t>
            </a:r>
            <a:r>
              <a:rPr lang="en-US" altLang="ja-JP" dirty="0"/>
              <a:t> </a:t>
            </a:r>
            <a:r>
              <a:rPr lang="en-US" altLang="ja-JP" dirty="0" err="1"/>
              <a:t>pasti</a:t>
            </a:r>
            <a:r>
              <a:rPr lang="ja-JP" altLang="en-US" dirty="0"/>
              <a:t>　目立つ、</a:t>
            </a:r>
            <a:r>
              <a:rPr lang="en-US" altLang="ja-JP" dirty="0" err="1"/>
              <a:t>tapi</a:t>
            </a:r>
            <a:r>
              <a:rPr lang="en-US" altLang="ja-JP" dirty="0"/>
              <a:t> </a:t>
            </a:r>
            <a:r>
              <a:rPr lang="ja-JP" altLang="en-US" dirty="0"/>
              <a:t>目立つ</a:t>
            </a:r>
            <a:r>
              <a:rPr lang="en-US" altLang="ja-JP" dirty="0" err="1"/>
              <a:t>belum</a:t>
            </a:r>
            <a:r>
              <a:rPr lang="en-US" altLang="ja-JP" dirty="0"/>
              <a:t> </a:t>
            </a:r>
            <a:r>
              <a:rPr lang="en-US" altLang="ja-JP" dirty="0" err="1"/>
              <a:t>tentu</a:t>
            </a:r>
            <a:r>
              <a:rPr lang="en-US" altLang="ja-JP" dirty="0"/>
              <a:t> </a:t>
            </a:r>
            <a:r>
              <a:rPr lang="ja-JP" altLang="en-US" dirty="0"/>
              <a:t>派手な。</a:t>
            </a:r>
            <a:endParaRPr lang="en-US" altLang="ja-JP" dirty="0"/>
          </a:p>
          <a:p>
            <a:r>
              <a:rPr lang="ja-JP" altLang="en-US" dirty="0"/>
              <a:t>　　　　　　彼女はいつも派手なアクセサリーをしているから、すぐわかる。</a:t>
            </a:r>
            <a:r>
              <a:rPr lang="en-US" altLang="ja-JP" dirty="0"/>
              <a:t>Dia </a:t>
            </a:r>
            <a:r>
              <a:rPr lang="en-US" altLang="ja-JP" dirty="0" err="1"/>
              <a:t>selalu</a:t>
            </a:r>
            <a:r>
              <a:rPr lang="en-US" altLang="ja-JP" dirty="0"/>
              <a:t> </a:t>
            </a:r>
            <a:r>
              <a:rPr lang="en-US" altLang="ja-JP" dirty="0" err="1"/>
              <a:t>pakai</a:t>
            </a:r>
            <a:r>
              <a:rPr lang="en-US" altLang="ja-JP" dirty="0"/>
              <a:t> </a:t>
            </a:r>
            <a:r>
              <a:rPr lang="en-US" altLang="ja-JP" dirty="0" err="1"/>
              <a:t>aksesori</a:t>
            </a:r>
            <a:r>
              <a:rPr lang="en-US" altLang="ja-JP" dirty="0"/>
              <a:t> </a:t>
            </a:r>
            <a:r>
              <a:rPr lang="en-US" altLang="ja-JP" dirty="0" err="1"/>
              <a:t>heboh</a:t>
            </a:r>
            <a:r>
              <a:rPr lang="en-US" altLang="ja-JP" dirty="0"/>
              <a:t>, </a:t>
            </a:r>
            <a:r>
              <a:rPr lang="en-US" altLang="ja-JP" dirty="0" err="1"/>
              <a:t>jadi</a:t>
            </a:r>
            <a:r>
              <a:rPr lang="en-US" altLang="ja-JP" dirty="0"/>
              <a:t> </a:t>
            </a:r>
            <a:r>
              <a:rPr lang="en-US" altLang="ja-JP" dirty="0" err="1"/>
              <a:t>langsung</a:t>
            </a:r>
            <a:r>
              <a:rPr lang="en-US" altLang="ja-JP" dirty="0"/>
              <a:t> tau.</a:t>
            </a:r>
          </a:p>
          <a:p>
            <a:r>
              <a:rPr lang="en-US" altLang="ja-JP" dirty="0"/>
              <a:t>	Baju  </a:t>
            </a:r>
            <a:r>
              <a:rPr lang="en-US" altLang="ja-JP" dirty="0" err="1"/>
              <a:t>heboh</a:t>
            </a:r>
            <a:r>
              <a:rPr lang="en-US" altLang="ja-JP" dirty="0"/>
              <a:t> </a:t>
            </a:r>
            <a:r>
              <a:rPr lang="en-US" altLang="ja-JP" dirty="0" err="1"/>
              <a:t>pati</a:t>
            </a:r>
            <a:r>
              <a:rPr lang="en-US" altLang="ja-JP" dirty="0"/>
              <a:t> </a:t>
            </a:r>
            <a:r>
              <a:rPr lang="en-US" altLang="ja-JP" dirty="0" err="1"/>
              <a:t>bikin</a:t>
            </a:r>
            <a:r>
              <a:rPr lang="en-US" altLang="ja-JP" dirty="0"/>
              <a:t> </a:t>
            </a:r>
            <a:r>
              <a:rPr lang="en-US" altLang="ja-JP" dirty="0" err="1"/>
              <a:t>menonjol</a:t>
            </a:r>
            <a:endParaRPr lang="en-US" altLang="ja-JP" dirty="0"/>
          </a:p>
          <a:p>
            <a:r>
              <a:rPr lang="en-US" dirty="0"/>
              <a:t>	Tapi baju yang </a:t>
            </a:r>
            <a:r>
              <a:rPr lang="en-US" dirty="0" err="1"/>
              <a:t>menonjol</a:t>
            </a:r>
            <a:r>
              <a:rPr lang="en-US" dirty="0"/>
              <a:t> </a:t>
            </a:r>
            <a:r>
              <a:rPr lang="en-US" dirty="0" err="1"/>
              <a:t>belum</a:t>
            </a:r>
            <a:r>
              <a:rPr lang="en-US" dirty="0"/>
              <a:t> </a:t>
            </a:r>
            <a:r>
              <a:rPr lang="en-US" dirty="0" err="1"/>
              <a:t>tentu</a:t>
            </a:r>
            <a:r>
              <a:rPr lang="en-US" dirty="0"/>
              <a:t> </a:t>
            </a:r>
            <a:r>
              <a:rPr lang="en-US" dirty="0" err="1"/>
              <a:t>heboh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9886E-479F-A64E-E1C7-799837BD8F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29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C912-2A83-7B83-A558-51FBB3891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4FABD-AA93-C01F-332D-65ADDA5E27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3BC653-85A7-3D52-DB3A-DC53BACF8B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55D039-9D95-ECFF-52C8-979121AAB7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724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96B7-E64A-DB30-62C7-88A5EA66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2D2B6-6F82-BEF9-3A63-B550391D6E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264806-36C7-2322-43D2-122E6D49C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C83B20-7B7A-E794-3F01-F5AA41E006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761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4A49B-D79B-6848-8B8D-57EC4F5ED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066643-DF99-9773-659F-E296845CA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302ED-E9AC-2940-6198-5E03513A6A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AC217F-8870-D222-41A5-C86B47595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180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D4F62-AFF9-3BAA-ED4F-DC0CFACB4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E4868A-8399-E172-111D-CFC60E282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EF1B0C-456D-5A87-07B2-2AB72A231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1DDF0-2189-AE57-0F5D-78ED788B0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1094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48C70-C4E3-B72E-508C-640D37C5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9E25E0-BAA6-E74C-F9A9-36FA89800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BC7D39-D5E5-71E1-3F63-83881007A9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FA866-76B0-B443-6C8C-500C6711B4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670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4A2BD-F729-5736-C865-E0871BA68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3A04D-7908-1757-0D66-90A688FEB5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A8296E-753C-1BD2-F9B7-274E7E874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CA24C-406C-B34E-5FED-D7D9AACC34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53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A6262-55D9-825A-8A8E-70A6F569C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FEC442-C32A-F21D-7670-C95B6B8CA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2EFF6-CE68-EF82-5BA3-75CD362BCB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37D705-7608-078A-23A0-116935551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917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E4E33-9A82-629A-10DC-2A0E1B09B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13E8DE-99F2-E6CF-C5B7-E26043AA9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772C51-02AB-A6BB-A33E-630B793D0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A66B5-4D83-A892-F9F1-F6CF3A15A8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769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8A41D-6711-4479-FD80-DD2E2111A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07139D-24FD-A41B-946B-7DC4B7146E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842B27-2349-A0CA-DD3B-961E4C3D9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83186-A5D7-2EFB-B5E7-39C289F66F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293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4B49E-FDEF-820C-6122-CA781452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B5C7B7-BAEE-B0BD-0852-BF41FDEAC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ECB9BE-3F48-6C39-3FDB-D157A98D66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84920B-4C6D-92A0-9AEB-29B4FF433C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3615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0894A-7EB6-B5F4-798C-4FF3D1C5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D41CB7-E346-C8E4-22E3-54E2FE83BE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8C84-FCD2-A7D1-1666-BCA0964732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A94D13-DE50-08B9-BDB0-3D362AA40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385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ED8B-A7E7-4774-9584-B6DBEEA55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50BCC0-3CFD-45D0-495C-82EE559477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A9E7B9-EBD1-B76D-3D40-F40E31D7FD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7B88AE-A5DE-7763-F95E-C32167834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586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74E6-8964-FBF8-1AC3-634391485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A294F5-CBDF-2995-BABA-7E9204F126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58152F-31EA-3924-00A4-AED625188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50157-1A67-DDD1-04C3-EDB4C7A793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81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6B3B-781F-0802-8002-5FECE24DC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FDAA4B-F64D-A290-52FA-C3CAA72BE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20A449-58A1-8BF4-980A-5C43A03C4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6C9A28-F86E-203D-957F-1AB7311264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462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0AA2-B776-EBF0-240C-CB34FA897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74E85-7B1F-9545-E891-2F6DB06494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C4B0F3-97CD-E772-F0C6-94CC414968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8979DE-6DFC-24D0-CD0E-B8384FAFC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7197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E695C-9927-F6C6-1FD2-75B4BF972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864EEB-46E8-218B-3BB4-2A235D085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76411-C007-DBC3-106F-0B9E89C449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FE04A5-2B56-9FB8-6838-8350FB9395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592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EF596-4CFD-C565-3D77-4FFB53CD0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190C20-E997-CE44-2822-0B4AEEF489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41E831-CAE9-1B7F-087A-04168F454D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2CA9D-0A06-9B9D-59A4-827B0A3440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0456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1B9E1-83A9-46A7-2830-14F2770AA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D6BAEA-636C-071B-BC8B-9182CD5076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675315-D75D-9346-1028-6F9A54482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9E734-8D84-44AC-8807-98ECC2A1B4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2163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86742-5382-6279-0C5C-B6DBEA060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143866-5F2E-8126-C7CC-083D25FC17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614472-3580-210D-C04F-CF143EC9B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7BE9D-B1DC-B00C-A54A-657F18BE6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120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F52AE-2193-5180-869F-845E2A6B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C0532-E6D7-E234-1625-8E6473A27C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5F26F5-018E-8D58-464F-B74B1A3C0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B0C1-66E2-C6A0-C340-245C0D9414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554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23EDA-1549-DC98-DDBB-A34A67F2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1C1FB9-BBBE-BB98-0850-7B72E6BF3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90059-B459-ADD9-4963-D633E741D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8BB5E-593B-E7C0-1DFB-AE75FAA62F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55657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409D-93DA-A4A0-F932-D8AC3FD38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1B806-A535-360E-D47C-BFD981E17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D7B05C-CAFE-5B35-20F4-9974CA3B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E88A3-20A7-F172-B916-1EAB1121EE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8761F4-8F4F-44F9-8A99-E553B20181E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353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56BB-C1CD-35A2-8C9E-DEA07407B1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95493B-C858-A258-A4C1-F24B5DAF7F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17E43-C102-EE3D-98C3-B0E8C9F95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C7C6C-DF1B-847C-45E2-103E2D26B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04B1F-53B2-F713-9ED4-618F83E3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215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CE77-EC23-2B99-210A-D9CE13DE4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CD6F1-D6E2-3532-6F98-F4CC62964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8F64A-1164-84DF-E78E-8EB688AB5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A38C2A-CB7E-75E2-0514-EF601BB0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04A49-0923-E612-F2EA-BB987B499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69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8671D-7EAE-BC28-C648-011913C66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DE5C73-BAF6-D4F1-E953-D7362D522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8668A-3678-4D00-8CEC-F3689C38A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98A65-0334-A5B4-CCEF-BD3190CC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EAED-C91D-A4A1-46EE-622F8D84F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139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DCA75-2B54-1715-CD59-6DB02AB5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B3805-7262-6A07-8FB1-A0F88E9D18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55EE40-2D96-6108-F138-08B20D4F9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7518F-533E-2F68-693B-EF9678853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48790B-CADD-A363-1CDD-E259379B3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95AC32-CD03-8419-281D-0FEA6DDF9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653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E6FA-8669-CD9E-8648-973D41578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DBBFB1-0641-D429-8A3F-A460A3CDBF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24A095-6315-BEB1-00B3-81A695886F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7DAAF-957E-65F2-F223-B4290122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87760B-0A25-AA61-8F79-64564FAC5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1C34F-82E5-C72C-9037-62FFAD555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9177D-FAF2-CEF5-5864-60F7C345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38EF5-EC9F-A97B-CAC8-53A409EB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56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C709-7164-B99F-FEDE-9F6C1FEB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BB12E7-3368-C37F-98AE-1305F3A16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146196-8FB4-5163-F498-456660063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BFB22-3BF4-8DF7-6B83-A82284BB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08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36F2C-84ED-C34E-7896-04FFF4891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288783-4D7D-469A-C7CF-E3CA593C3F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323AE-7380-C142-9ED5-27721D7CA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96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5E571-6343-EB9D-9A55-063BFF883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34F99-362D-EC56-BDF0-8625F7E2D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261C8-04CC-3DEC-5001-6E16B17D0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ACE0AA-FFA2-7075-6EDE-C4BEDF6E4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BFA8A-946A-709D-CDA1-1379EDC87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7227A-8735-CFB2-FE24-0F344B2E7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893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6B082-AB88-A5E8-B612-8983C6E7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84D24E-E6A7-D363-14C1-0609F76D46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E04F83-02B9-1695-C188-BE003C1555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60684-D236-A891-EE22-1EB2AC02B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FDF722-5CBF-B0CB-A8DD-55FE495EF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7AE2D-C1B9-F0FD-2261-A09B9BE2B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51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29377-43EB-2F7F-8943-904A8C56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602A42-87BA-12C4-8E83-0969FF503D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D5A16-745B-8F19-447E-285056B1E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D0A40-B48B-AA4D-83F3-E8527A1A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94CDD-5E08-A297-1749-1EBF91108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5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8A8533-EB84-6D39-5301-9958DB805C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4B69C-C912-8F9D-384F-869E8948AC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1CC17-B956-4EA5-9C0F-684A196F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2E30-E4F4-FB0B-629F-AB1BE723C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D2F1D-A49C-4081-E442-A3DD180B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69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B85627-5EEE-A786-645D-E14A9AD8C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0148A5-6A9C-FA41-209D-22D168659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95AC-3157-9368-FF0F-F2A671580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D752CC-73AC-444D-AA19-80927B727BA8}" type="datetimeFigureOut">
              <a:rPr lang="en-US" smtClean="0"/>
              <a:t>9/28/2026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4D9D9-3AD9-306F-125F-C6A614EEC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2FDED-4BAF-771C-4677-E1F7D26921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F33FF-E87D-46C9-A5EE-7D517CC80C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706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3E65780-57CB-FC4F-44AE-6607E267C6FD}"/>
              </a:ext>
            </a:extLst>
          </p:cNvPr>
          <p:cNvSpPr txBox="1"/>
          <p:nvPr/>
        </p:nvSpPr>
        <p:spPr>
          <a:xfrm>
            <a:off x="651163" y="2032000"/>
            <a:ext cx="10889673" cy="26468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ja-JP" altLang="en-US" sz="1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語彙</a:t>
            </a:r>
            <a:endParaRPr lang="en-US" sz="1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8031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54CF6-9C29-074B-3466-7AECBC069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C30AD05-AE6B-442F-162F-E1EBD1F112E8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0C8A8-7726-4164-80A9-2A3A6E9D1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50" y="1122980"/>
            <a:ext cx="10974332" cy="42677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D9F0F3-156C-9D24-72B6-7A4F3B921FD5}"/>
              </a:ext>
            </a:extLst>
          </p:cNvPr>
          <p:cNvSpPr txBox="1"/>
          <p:nvPr/>
        </p:nvSpPr>
        <p:spPr>
          <a:xfrm>
            <a:off x="2183803" y="2398955"/>
            <a:ext cx="195789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Tanpa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lengan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6597BE-7720-D70F-7287-0541056C862E}"/>
              </a:ext>
            </a:extLst>
          </p:cNvPr>
          <p:cNvSpPr txBox="1"/>
          <p:nvPr/>
        </p:nvSpPr>
        <p:spPr>
          <a:xfrm>
            <a:off x="350650" y="3894865"/>
            <a:ext cx="195789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Polos/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Tanpa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warna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AFB8F2-036C-15ED-6FEA-F8E35383A0DC}"/>
              </a:ext>
            </a:extLst>
          </p:cNvPr>
          <p:cNvSpPr txBox="1"/>
          <p:nvPr/>
        </p:nvSpPr>
        <p:spPr>
          <a:xfrm>
            <a:off x="2482457" y="3937897"/>
            <a:ext cx="158393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Pola/Motif</a:t>
            </a:r>
            <a:endParaRPr lang="en-US" dirty="0"/>
          </a:p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Corak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994CBF-A458-1854-3838-C3E286AA1F1F}"/>
              </a:ext>
            </a:extLst>
          </p:cNvPr>
          <p:cNvSpPr txBox="1"/>
          <p:nvPr/>
        </p:nvSpPr>
        <p:spPr>
          <a:xfrm>
            <a:off x="5677478" y="2463503"/>
            <a:ext cx="19578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Lengan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pendek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77D185-019E-FAAC-35D2-DF4CB4E74C67}"/>
              </a:ext>
            </a:extLst>
          </p:cNvPr>
          <p:cNvSpPr txBox="1"/>
          <p:nvPr/>
        </p:nvSpPr>
        <p:spPr>
          <a:xfrm>
            <a:off x="9539474" y="2463503"/>
            <a:ext cx="19578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Lengan</a:t>
            </a:r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panjang</a:t>
            </a:r>
            <a:endParaRPr lang="en-US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27E211-8DC0-5E06-9C63-F0B82937D4EC}"/>
              </a:ext>
            </a:extLst>
          </p:cNvPr>
          <p:cNvSpPr txBox="1"/>
          <p:nvPr/>
        </p:nvSpPr>
        <p:spPr>
          <a:xfrm>
            <a:off x="6765794" y="4896524"/>
            <a:ext cx="95819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Garis-garis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A8AFEE-FFE7-FD8F-3439-B846489A3C8C}"/>
              </a:ext>
            </a:extLst>
          </p:cNvPr>
          <p:cNvSpPr txBox="1"/>
          <p:nvPr/>
        </p:nvSpPr>
        <p:spPr>
          <a:xfrm>
            <a:off x="8566289" y="4971830"/>
            <a:ext cx="958197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Polka dots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913B61-0B72-1099-E994-6C24DE19AE06}"/>
              </a:ext>
            </a:extLst>
          </p:cNvPr>
          <p:cNvSpPr txBox="1"/>
          <p:nvPr/>
        </p:nvSpPr>
        <p:spPr>
          <a:xfrm>
            <a:off x="10039321" y="4971829"/>
            <a:ext cx="128566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Corak bunga</a:t>
            </a:r>
          </a:p>
        </p:txBody>
      </p:sp>
    </p:spTree>
    <p:extLst>
      <p:ext uri="{BB962C8B-B14F-4D97-AF65-F5344CB8AC3E}">
        <p14:creationId xmlns:p14="http://schemas.microsoft.com/office/powerpoint/2010/main" val="860195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40BB-A866-94E8-DC26-7474CB715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477E25-04AA-444D-8C27-7F524160887F}"/>
              </a:ext>
            </a:extLst>
          </p:cNvPr>
          <p:cNvSpPr txBox="1"/>
          <p:nvPr/>
        </p:nvSpPr>
        <p:spPr>
          <a:xfrm>
            <a:off x="333487" y="1237129"/>
            <a:ext cx="11295529" cy="203132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似合う（にあう）：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Cocok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/pas(di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penampilan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baju,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rambut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.)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 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lihat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lain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cocok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この髪型、君にすごく似合うよ。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Potongan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rambut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sangat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cocok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その赤いワンピース、似合ってる！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Dress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cocok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398F5-7849-CE36-4B8E-93D031B577BE}"/>
              </a:ext>
            </a:extLst>
          </p:cNvPr>
          <p:cNvSpPr txBox="1"/>
          <p:nvPr/>
        </p:nvSpPr>
        <p:spPr>
          <a:xfrm>
            <a:off x="333487" y="3589547"/>
            <a:ext cx="11295529" cy="286232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気に入る（きにいる）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(Verb)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setelah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melihat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mencoba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momen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jatuh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cinta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”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suka”nya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このバッグ、気に入ったらから買った。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Aku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tas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気に入り（きにいり）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(Noun) :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Favorit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kesayangan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Hasi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jadi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favoritmu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これが私のお気に入りのカフェです。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kafe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favoritku</a:t>
            </a:r>
            <a:r>
              <a:rPr 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6C5AF8-B4DD-5B0D-A8D3-AB4610D50692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6064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1CB5-7873-2596-3227-8087EF89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041636-11FA-F845-BDCA-6A7095855493}"/>
              </a:ext>
            </a:extLst>
          </p:cNvPr>
          <p:cNvSpPr txBox="1"/>
          <p:nvPr/>
        </p:nvSpPr>
        <p:spPr>
          <a:xfrm>
            <a:off x="279699" y="968188"/>
            <a:ext cx="11295529" cy="369331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好む（このむ）：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Menyukai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cenderung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menyukai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Versi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formal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好き。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formal &amp;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artikel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berita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父は辛いものを好んで食べます。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Ayah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pedas-pedas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好み（このみ）：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Selera/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preferensi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Noun. Bisa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tipe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人それぞれ好みが違う。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Selera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setiap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beda-beda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私の好みのタイプじゃない。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tipe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kesukaanku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B949A-9C80-643B-24D5-2CD33B798DAF}"/>
              </a:ext>
            </a:extLst>
          </p:cNvPr>
          <p:cNvSpPr txBox="1"/>
          <p:nvPr/>
        </p:nvSpPr>
        <p:spPr>
          <a:xfrm>
            <a:off x="279698" y="4901831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目立つ色（めだついろ）：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Warna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mencolok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Menarik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perhatian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目立つ色の服はちょっとにがてです。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Baju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warna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mencolok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terlalu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078EB8-0F50-8439-EA10-F72146D04177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456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992D1A-B82A-6EC1-B600-65760C2D9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0253D-4C91-C897-5992-AF9E046F48A6}"/>
              </a:ext>
            </a:extLst>
          </p:cNvPr>
          <p:cNvSpPr txBox="1"/>
          <p:nvPr/>
        </p:nvSpPr>
        <p:spPr>
          <a:xfrm>
            <a:off x="279699" y="957431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派手な（はでな）：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Mencolok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heboh,ngejreng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彼女はいつも派手なネイルをしている。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Dia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selalu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kuku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heboh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派手な色が好きですか。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Apakah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warna-warna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mencolok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01D874-6DE1-D81C-747C-B14662DDE24A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8CFF53-0138-A76C-6F7F-4C665A2C2E30}"/>
              </a:ext>
            </a:extLst>
          </p:cNvPr>
          <p:cNvSpPr txBox="1"/>
          <p:nvPr/>
        </p:nvSpPr>
        <p:spPr>
          <a:xfrm>
            <a:off x="279699" y="2849366"/>
            <a:ext cx="11295529" cy="203132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地味な（じみな）：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Sederhana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kalem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mencolok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kadang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konotasi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“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membosankan”tergantung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konteks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地味な服のほうが似合うと思う。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   Aku rasa baju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kalem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cocok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彼は地味だけど、とてもやさしい人だよ。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pendiam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sedehana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baik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3EF03C-42BF-C0DA-CF9C-B56ACC23238A}"/>
              </a:ext>
            </a:extLst>
          </p:cNvPr>
          <p:cNvSpPr txBox="1"/>
          <p:nvPr/>
        </p:nvSpPr>
        <p:spPr>
          <a:xfrm>
            <a:off x="279699" y="5018300"/>
            <a:ext cx="11295529" cy="147732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人気がある（にんきがある）：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Populer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banyak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popuer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このブランドはわかものに人気がある。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Brand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itu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popular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dikalangan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muda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5535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AC5E8-4966-8E74-1A2A-83EFD61B4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9569E45D-6357-C372-2E9D-3E96457402FC}"/>
              </a:ext>
            </a:extLst>
          </p:cNvPr>
          <p:cNvSpPr txBox="1"/>
          <p:nvPr/>
        </p:nvSpPr>
        <p:spPr>
          <a:xfrm>
            <a:off x="160386" y="986318"/>
            <a:ext cx="11295529" cy="480131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流行っている（はやっている）：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/Lagi Booming/Lagi Viral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韓国アイドルみたいな髪型がはやっている。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Model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rambut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kayak idol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korea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はやり（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Noun) : Tren/Yang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hits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今年のはやりは何だろ？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Apasih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taun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はやりをおいかけない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ngikutin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tren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流行（りゅうこう）：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Tren/mode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seperti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はやり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formal.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流行にさゆうされないスタイルが好き。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terpengaruh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tren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流行のさいせんたんのデザイン。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Desain yang paling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ujung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tren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48DBF-CFD3-08CC-060E-402978ACBBD9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46305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D6DDC-C744-61FF-59A8-63DE36332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BCB950F-AF12-2D74-F520-9A81BC359DDD}"/>
              </a:ext>
            </a:extLst>
          </p:cNvPr>
          <p:cNvSpPr txBox="1"/>
          <p:nvPr/>
        </p:nvSpPr>
        <p:spPr>
          <a:xfrm>
            <a:off x="160386" y="986318"/>
            <a:ext cx="11295529" cy="535531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はやっている　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ngetren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人気がある　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Populer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/Banyak yang fans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はやっている：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musimnya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69913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Sifatnya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sementara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hilang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sewaktu-waktu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69913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Tentang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gaya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model,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pola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diikuti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banyak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</a:t>
            </a:r>
          </a:p>
          <a:p>
            <a:pPr marL="569913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rame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semua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orang.</a:t>
            </a:r>
          </a:p>
          <a:p>
            <a:pPr marL="569913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今、オーバーサイズの服がはやっている。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baju oversize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>
              <a:tabLst>
                <a:tab pos="569913" algn="l"/>
              </a:tabLst>
            </a:pP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tabLst>
                <a:tab pos="569913" algn="l"/>
              </a:tabLst>
            </a:pP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2.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人気がある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: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Fokus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orangnya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barangnya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15938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Sifatnya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lama dan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stabil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15938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Tentang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rasa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orang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sesuatu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15938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Dari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dulu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sampai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banyak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15938" indent="-1714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このオーバーサイズの服は、わかものに人気がある。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Baju oversize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popular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anak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muda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344488">
              <a:tabLst>
                <a:tab pos="569913" algn="l"/>
              </a:tabLst>
            </a:pP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630238" indent="-285750">
              <a:buFont typeface="Arial" panose="020B0604020202020204" pitchFamily="34" charset="0"/>
              <a:buChar char="•"/>
              <a:tabLst>
                <a:tab pos="569913" algn="l"/>
              </a:tabLst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タピオカは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年前にすごくはやっていてけど、今はもうあまりはやってない。でも、まだ人気がある。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4488">
              <a:tabLst>
                <a:tab pos="569913" algn="l"/>
              </a:tabLst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Boba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2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tahun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lalu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sekarang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terlalu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ngetren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tapi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popular/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banyak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A664B-A572-F47D-1322-473557DCFF02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190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2B6BAD-E5C4-4024-EDCD-A48548B9E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DA53DC4-AB43-6B09-8908-329A201FABE2}"/>
              </a:ext>
            </a:extLst>
          </p:cNvPr>
          <p:cNvSpPr txBox="1"/>
          <p:nvPr/>
        </p:nvSpPr>
        <p:spPr>
          <a:xfrm>
            <a:off x="160386" y="986318"/>
            <a:ext cx="11295529" cy="2308324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デザインが確かめる（たしかめる）：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memastikan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mengecek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desain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mata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Nuansa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Santai,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kasual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ngecek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デザインを確認する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Mengecek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desain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Konfirmasi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i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(by data, checklist)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Dipakai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dikerjaan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ご注文の前にデザインをご確認ください。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Mohon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desainnya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sebelum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D20849-0805-C1C6-F024-903B1466FB85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7E7BBD-C964-EDF3-E6D0-76BC3DD0495B}"/>
              </a:ext>
            </a:extLst>
          </p:cNvPr>
          <p:cNvSpPr txBox="1"/>
          <p:nvPr/>
        </p:nvSpPr>
        <p:spPr>
          <a:xfrm>
            <a:off x="160385" y="3461138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サイズが合う：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pas/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cocok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サイズが合わなかったら交換（こうかん）できますか。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ukurannya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pas,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apakah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ditukar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9F4933-289A-7D45-FA55-3C786679088E}"/>
              </a:ext>
            </a:extLst>
          </p:cNvPr>
          <p:cNvSpPr txBox="1"/>
          <p:nvPr/>
        </p:nvSpPr>
        <p:spPr>
          <a:xfrm>
            <a:off x="160384" y="4827963"/>
            <a:ext cx="11295529" cy="147732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品物をかごに入れる（しなもの）：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Memasukkan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keranjang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ネットで品物をかごに入れたけど、まだ買ってない。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masukin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keranjang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i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online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,tapi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belum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456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2" grpId="0" animBg="1"/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F204-EA2A-E162-F9D4-D0F927B22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03E8D5C-A2C4-7A62-622D-D51B1053C860}"/>
              </a:ext>
            </a:extLst>
          </p:cNvPr>
          <p:cNvSpPr txBox="1"/>
          <p:nvPr/>
        </p:nvSpPr>
        <p:spPr>
          <a:xfrm>
            <a:off x="267963" y="1418598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ゆるい　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Longgar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kendor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このズボン、ちょっとゆるいね。ベルトが要るかも。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Celana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longgar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Mungkin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butuh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ikat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pinggang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ゆるい服のほうが好き。らくだから。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suka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baju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longgar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soalnya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nyaman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E7EA3-3A7F-7355-94F8-6CB6AB396CBC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D1A943-D00F-8FF0-E082-BD6216BA2CFB}"/>
              </a:ext>
            </a:extLst>
          </p:cNvPr>
          <p:cNvSpPr txBox="1"/>
          <p:nvPr/>
        </p:nvSpPr>
        <p:spPr>
          <a:xfrm>
            <a:off x="267963" y="3692448"/>
            <a:ext cx="11295529" cy="203132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きつい：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Sempit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kekecilan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baju, Sepatu)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↳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Bisa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digunakan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Jadwal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padat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ketat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このくつ、少しきつい。痛いな。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Sepatu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sempit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 Sakit.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シャツ、くびのところがきつい。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Kaos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bagian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lehernya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sesak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5696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4AD4-3366-5724-E052-8872EE33F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EFFDA59-D00E-15AC-C29F-CFB2FA0CE29D}"/>
              </a:ext>
            </a:extLst>
          </p:cNvPr>
          <p:cNvSpPr txBox="1"/>
          <p:nvPr/>
        </p:nvSpPr>
        <p:spPr>
          <a:xfrm>
            <a:off x="160386" y="945262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セール・バゲーンで買う：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obral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Diskon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</a:p>
          <a:p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  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→バーゲンでコートを買うつもり。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Rencananya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mantel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obral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AAC54-CEDC-3433-F44A-0A33B3D4318B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BD045-6903-33ED-5A02-0ACD3FE8B1A8}"/>
              </a:ext>
            </a:extLst>
          </p:cNvPr>
          <p:cNvSpPr txBox="1"/>
          <p:nvPr/>
        </p:nvSpPr>
        <p:spPr>
          <a:xfrm>
            <a:off x="160386" y="2271031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デパートの特売品（とくばいひん）：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obral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khusus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departemen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store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デパートの特売品は朝早く行かないとすぐなくなるよ。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obral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departement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store kalua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nggak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pagi-pagi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langsung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244509-805B-4EB9-0D4A-9AB76E1D074B}"/>
              </a:ext>
            </a:extLst>
          </p:cNvPr>
          <p:cNvSpPr txBox="1"/>
          <p:nvPr/>
        </p:nvSpPr>
        <p:spPr>
          <a:xfrm>
            <a:off x="160386" y="3703591"/>
            <a:ext cx="11295529" cy="147732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30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パーセント（％）オフ・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割引：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Discount off to 30%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このセーター、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割引で買えたよ。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Sweater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diskon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30% lo.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7</a:t>
            </a: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割引！めっちゃ安い！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Diskon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70%! Murah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banget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672517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F3457-465D-5CD4-C846-D68022A7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C25175F-8236-0C72-6E5A-38FE1402118B}"/>
              </a:ext>
            </a:extLst>
          </p:cNvPr>
          <p:cNvSpPr txBox="1"/>
          <p:nvPr/>
        </p:nvSpPr>
        <p:spPr>
          <a:xfrm>
            <a:off x="160384" y="1351653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売り切れる（うりきれる）：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terjual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人気の色はすぐに売り切れるよ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Warna yang popular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cepet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terjual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lo.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午前中で売り切れてしまった。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terjual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sejak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pagi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8BC43-01DE-4607-F9D5-5368A8333F36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D3B8C-87E1-F023-2DB6-16CCF1310B92}"/>
              </a:ext>
            </a:extLst>
          </p:cNvPr>
          <p:cNvSpPr txBox="1"/>
          <p:nvPr/>
        </p:nvSpPr>
        <p:spPr>
          <a:xfrm>
            <a:off x="160385" y="3729095"/>
            <a:ext cx="11295529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売り切れ（うりきれ）：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Sold out/ Habis (Noun)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すみません、このケーキは売り切れです。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Maaf,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sudah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habis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6469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29270-F165-791A-5F07-82DC30228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1EA3F6C-04C4-FCDD-EAEA-945AE8688F43}"/>
              </a:ext>
            </a:extLst>
          </p:cNvPr>
          <p:cNvSpPr txBox="1"/>
          <p:nvPr/>
        </p:nvSpPr>
        <p:spPr>
          <a:xfrm>
            <a:off x="160384" y="1351653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得をする（とくをする）：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Untung/Dapat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untung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セールで買うと得をする。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Kalau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pas </a:t>
            </a:r>
            <a:r>
              <a:rPr lang="en-US" altLang="ja-JP" b="1" i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sale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lo.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早く予約すると得をする。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Kalau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awal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kamu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lebih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64FBAB-81A7-9FF1-887D-FF1E8181621E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1A2770-E111-E9AE-20AD-C18237FFF458}"/>
              </a:ext>
            </a:extLst>
          </p:cNvPr>
          <p:cNvSpPr txBox="1"/>
          <p:nvPr/>
        </p:nvSpPr>
        <p:spPr>
          <a:xfrm>
            <a:off x="160385" y="3729095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損をする（そんをする）：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Rugi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ていかで買うとそんをするきがする。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Rasanya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kalua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harga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mahal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安いからって、いらないものを買うとけっきょく損をするよ。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murah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terus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dibutuhkan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akhirnya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malah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rugi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lo.</a:t>
            </a:r>
          </a:p>
        </p:txBody>
      </p:sp>
    </p:spTree>
    <p:extLst>
      <p:ext uri="{BB962C8B-B14F-4D97-AF65-F5344CB8AC3E}">
        <p14:creationId xmlns:p14="http://schemas.microsoft.com/office/powerpoint/2010/main" val="24336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FE6E-FFD5-4559-BA30-F7DF60785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592448A4-04DF-54C9-927D-8BDFBA74D78D}"/>
              </a:ext>
            </a:extLst>
          </p:cNvPr>
          <p:cNvSpPr txBox="1"/>
          <p:nvPr/>
        </p:nvSpPr>
        <p:spPr>
          <a:xfrm>
            <a:off x="160384" y="1351653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本物（ほんもの）：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Asli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→これは本物のダイヤモンドですか。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apakah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berlian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asli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?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→本物とにせもの、みわけがつかない。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Tidak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membedakan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asli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atau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palsu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5A01F8-743A-196A-9312-9484E9B004B3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7ADDC-49C5-9B08-29FE-933CD08BD936}"/>
              </a:ext>
            </a:extLst>
          </p:cNvPr>
          <p:cNvSpPr txBox="1"/>
          <p:nvPr/>
        </p:nvSpPr>
        <p:spPr>
          <a:xfrm>
            <a:off x="160385" y="3729095"/>
            <a:ext cx="11295529" cy="1754326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偽物（にせもの）：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Palsu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/KW</a:t>
            </a:r>
          </a:p>
          <a:p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ネットで買ったバッグ、偽物だった！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Tas yang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kubeli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i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online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ternyata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palsu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→　偽物に気を付けてください。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Hati-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hati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barang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palsu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97702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837EE-3CD8-D82B-EDC9-30A2A5451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43E635-20E4-0116-6EFF-1E6066750A4B}"/>
              </a:ext>
            </a:extLst>
          </p:cNvPr>
          <p:cNvSpPr txBox="1"/>
          <p:nvPr/>
        </p:nvSpPr>
        <p:spPr>
          <a:xfrm>
            <a:off x="414907" y="811160"/>
            <a:ext cx="11362186" cy="4955331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今、このデザインが若い人の間で（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はやって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b.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好んで）いる。</a:t>
            </a:r>
            <a:endParaRPr lang="en-US" altLang="ja-JP" sz="23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「その柄、今年はやってますね。よく（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気に入って　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似合って）いますよ。」</a:t>
            </a:r>
            <a:endParaRPr lang="en-US" altLang="ja-JP" sz="23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これは、私の（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気に入り　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お気に入り）のバッグです。</a:t>
            </a:r>
            <a:endParaRPr lang="en-US" altLang="ja-JP" sz="23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人気商品なので、すぐに（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はやって　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売り切りて）しまった。</a:t>
            </a:r>
            <a:endParaRPr lang="en-US" altLang="ja-JP" sz="23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長さはちょうどいいが、ちょっと（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きつくて　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ゆるくて）苦しい。</a:t>
            </a:r>
            <a:endParaRPr lang="en-US" altLang="ja-JP" sz="23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こちらの商品は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20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パーセント（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特売　</a:t>
            </a:r>
            <a:r>
              <a:rPr lang="en-US" altLang="ja-JP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3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引き）です。</a:t>
            </a:r>
            <a:endParaRPr lang="en-US" altLang="ja-JP" sz="23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27F3BA7-1E98-4851-730F-6878C25BCF87}"/>
              </a:ext>
            </a:extLst>
          </p:cNvPr>
          <p:cNvSpPr/>
          <p:nvPr/>
        </p:nvSpPr>
        <p:spPr>
          <a:xfrm>
            <a:off x="5371652" y="1068837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DC5B4316-ED6F-38A1-B18B-506428EB8487}"/>
              </a:ext>
            </a:extLst>
          </p:cNvPr>
          <p:cNvSpPr/>
          <p:nvPr/>
        </p:nvSpPr>
        <p:spPr>
          <a:xfrm>
            <a:off x="8099376" y="1758517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8639D88-E3E8-5F2E-B6F7-96BB2BC18081}"/>
              </a:ext>
            </a:extLst>
          </p:cNvPr>
          <p:cNvSpPr/>
          <p:nvPr/>
        </p:nvSpPr>
        <p:spPr>
          <a:xfrm>
            <a:off x="4535576" y="3150676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AB90547-5351-F92C-8023-802C9F369269}"/>
              </a:ext>
            </a:extLst>
          </p:cNvPr>
          <p:cNvSpPr/>
          <p:nvPr/>
        </p:nvSpPr>
        <p:spPr>
          <a:xfrm>
            <a:off x="5962945" y="3859306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C9EB035-8E71-0EBB-1A47-D11AABD35F11}"/>
              </a:ext>
            </a:extLst>
          </p:cNvPr>
          <p:cNvSpPr/>
          <p:nvPr/>
        </p:nvSpPr>
        <p:spPr>
          <a:xfrm>
            <a:off x="5443181" y="4559744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C73AE0C-7205-FC48-2539-665CEA14E2E5}"/>
              </a:ext>
            </a:extLst>
          </p:cNvPr>
          <p:cNvSpPr/>
          <p:nvPr/>
        </p:nvSpPr>
        <p:spPr>
          <a:xfrm>
            <a:off x="5962945" y="5264808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EFEF2-A56C-DC61-8204-216D1065EAD7}"/>
              </a:ext>
            </a:extLst>
          </p:cNvPr>
          <p:cNvSpPr txBox="1"/>
          <p:nvPr/>
        </p:nvSpPr>
        <p:spPr>
          <a:xfrm>
            <a:off x="160386" y="173491"/>
            <a:ext cx="6175868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　　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9478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6D7C3-ECCF-27CF-98E0-9204046E2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E3ABA1E-1CF8-F508-40D8-33619F303407}"/>
              </a:ext>
            </a:extLst>
          </p:cNvPr>
          <p:cNvSpPr txBox="1"/>
          <p:nvPr/>
        </p:nvSpPr>
        <p:spPr>
          <a:xfrm>
            <a:off x="414907" y="1470804"/>
            <a:ext cx="11362186" cy="368940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①　「あの人はいつも（　　　）服を着ているから、目立ちますね。」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はでな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地味な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無地の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好みの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②　彼の誕生日にマフラーをあげたのに、（　　　）もらえなかった。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気に入って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好みを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</a:t>
            </a: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似合って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お気に入りを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C333690-0FCC-6F62-3259-A9B6246E6486}"/>
              </a:ext>
            </a:extLst>
          </p:cNvPr>
          <p:cNvSpPr/>
          <p:nvPr/>
        </p:nvSpPr>
        <p:spPr>
          <a:xfrm>
            <a:off x="1242129" y="244413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2FBD10-4816-CA9F-4026-55BD226276D5}"/>
              </a:ext>
            </a:extLst>
          </p:cNvPr>
          <p:cNvSpPr/>
          <p:nvPr/>
        </p:nvSpPr>
        <p:spPr>
          <a:xfrm>
            <a:off x="2171468" y="3934914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6F5B83-4093-7D51-76E1-24C0A303B06D}"/>
              </a:ext>
            </a:extLst>
          </p:cNvPr>
          <p:cNvSpPr txBox="1"/>
          <p:nvPr/>
        </p:nvSpPr>
        <p:spPr>
          <a:xfrm>
            <a:off x="160386" y="173491"/>
            <a:ext cx="3556000" cy="6463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買い物をしましょ</a:t>
            </a:r>
            <a:endParaRPr lang="en-US" altLang="ja-JP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/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Ayo </a:t>
            </a:r>
            <a:r>
              <a:rPr lang="en-US" altLang="ja-JP" b="1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Belanja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!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488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92456-DE6F-FF04-4188-CDA0F47F0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3C4578-547D-50FA-4018-F3D4B00FA0CD}"/>
              </a:ext>
            </a:extLst>
          </p:cNvPr>
          <p:cNvSpPr txBox="1"/>
          <p:nvPr/>
        </p:nvSpPr>
        <p:spPr>
          <a:xfrm>
            <a:off x="482284" y="1894316"/>
            <a:ext cx="11362186" cy="239411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ありがとうございました。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漢字へ続きましょ！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9889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CB39E-C2F7-9583-3702-A9EF9D2BB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9402AC0-81E8-E1BD-9496-CD9F3E516A3F}"/>
              </a:ext>
            </a:extLst>
          </p:cNvPr>
          <p:cNvSpPr txBox="1"/>
          <p:nvPr/>
        </p:nvSpPr>
        <p:spPr>
          <a:xfrm>
            <a:off x="651163" y="2032000"/>
            <a:ext cx="10889673" cy="264687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/>
          <a:p>
            <a:pPr algn="ctr"/>
            <a:r>
              <a:rPr lang="ja-JP" altLang="en-US" sz="16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漢字</a:t>
            </a:r>
            <a:endParaRPr lang="en-US" sz="16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072393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12EC0-9BF6-906F-E2A1-BC5521335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AC33680-2F2F-0A2A-E9D4-80B66D075418}"/>
              </a:ext>
            </a:extLst>
          </p:cNvPr>
          <p:cNvSpPr txBox="1"/>
          <p:nvPr/>
        </p:nvSpPr>
        <p:spPr>
          <a:xfrm>
            <a:off x="4359472" y="800017"/>
            <a:ext cx="248107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・はん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BC9A27-FD70-B073-55A1-2C7AC606901D}"/>
              </a:ext>
            </a:extLst>
          </p:cNvPr>
          <p:cNvSpPr txBox="1"/>
          <p:nvPr/>
        </p:nvSpPr>
        <p:spPr>
          <a:xfrm>
            <a:off x="4359472" y="1413658"/>
            <a:ext cx="7568327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販売（はんばい）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Penjualan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自動販売機（じどうはんばいき）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887694-EC09-6F1B-77F1-166B58F3F080}"/>
              </a:ext>
            </a:extLst>
          </p:cNvPr>
          <p:cNvSpPr txBox="1"/>
          <p:nvPr/>
        </p:nvSpPr>
        <p:spPr>
          <a:xfrm>
            <a:off x="4365263" y="2396631"/>
            <a:ext cx="7568327" cy="138499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あそこの自動販売機は化粧品を売ります。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 di sana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menjual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kosmetik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B446D-C528-42C6-476E-FDE45C8213DF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DAE62-95E5-44CA-16D8-2DFB8BC1F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63" y="800017"/>
            <a:ext cx="2857500" cy="28575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1C184A-C4B0-C7E0-9217-B35D8417E462}"/>
              </a:ext>
            </a:extLst>
          </p:cNvPr>
          <p:cNvSpPr txBox="1"/>
          <p:nvPr/>
        </p:nvSpPr>
        <p:spPr>
          <a:xfrm>
            <a:off x="4359471" y="4024272"/>
            <a:ext cx="521848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・こおり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Es/Air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beku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BB0DC4-BD89-68B0-9EF1-8B96CF9FB3DA}"/>
              </a:ext>
            </a:extLst>
          </p:cNvPr>
          <p:cNvSpPr txBox="1"/>
          <p:nvPr/>
        </p:nvSpPr>
        <p:spPr>
          <a:xfrm>
            <a:off x="4359471" y="4751844"/>
            <a:ext cx="7568327" cy="138499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夏祭りで氷いちごを食べた。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 es serut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stroberi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festival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musim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7352CB-043F-81C4-0A70-69AEBBB2B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62" y="3848057"/>
            <a:ext cx="3022815" cy="267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938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5" grpId="0" animBg="1"/>
      <p:bldP spid="6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6F4E8-A780-1076-7094-C1FAA3556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E0F8C364-599C-D1A2-7BF6-5CD02BE22B6A}"/>
              </a:ext>
            </a:extLst>
          </p:cNvPr>
          <p:cNvSpPr txBox="1"/>
          <p:nvPr/>
        </p:nvSpPr>
        <p:spPr>
          <a:xfrm>
            <a:off x="4359472" y="800017"/>
            <a:ext cx="2481072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0ADAC8-8B14-F145-B5E5-0E65A8A8FB43}"/>
              </a:ext>
            </a:extLst>
          </p:cNvPr>
          <p:cNvSpPr txBox="1"/>
          <p:nvPr/>
        </p:nvSpPr>
        <p:spPr>
          <a:xfrm>
            <a:off x="4359472" y="1413658"/>
            <a:ext cx="7568327" cy="120032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飛行機（ひこうき）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Pesawat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機械（きかい）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機会（きかい）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Kesempatan,Peluang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2886AF-03D9-487F-99A3-E07AFA9E77D3}"/>
              </a:ext>
            </a:extLst>
          </p:cNvPr>
          <p:cNvSpPr txBox="1"/>
          <p:nvPr/>
        </p:nvSpPr>
        <p:spPr>
          <a:xfrm>
            <a:off x="4359471" y="2786098"/>
            <a:ext cx="7568327" cy="3970318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絶好（ぜっこう）の</a:t>
            </a:r>
            <a:r>
              <a:rPr lang="ja-JP" altLang="en-US" sz="2800" dirty="0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機会</a:t>
            </a:r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をのがしてしまい、後悔（こうかい）している。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merasa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menyesal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melewatkan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solidFill>
                  <a:srgbClr val="FF0000"/>
                </a:solidFill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kesempatan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emas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この工場では最新（さいしん）の機械が導入（どうにゅう）されている。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Pabrik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telah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mendatangkan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mesin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baru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AECB62-33EE-B54D-4CBA-9A401F03D42E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CA2EB9-C8B6-9AE2-2662-B56B83F4FE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8" y="1497469"/>
            <a:ext cx="3813244" cy="381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653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D3D69-A743-CD7D-C7D6-E021790C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CC4975D6-614D-C2F5-2EB7-F3D2924515B1}"/>
              </a:ext>
            </a:extLst>
          </p:cNvPr>
          <p:cNvSpPr txBox="1"/>
          <p:nvPr/>
        </p:nvSpPr>
        <p:spPr>
          <a:xfrm>
            <a:off x="4359471" y="800017"/>
            <a:ext cx="7428841" cy="120032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Bertambah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meningkat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Menambah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meningkat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ぞう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D68B62F-D706-12A9-B9C2-B47B796EDD49}"/>
              </a:ext>
            </a:extLst>
          </p:cNvPr>
          <p:cNvSpPr txBox="1"/>
          <p:nvPr/>
        </p:nvSpPr>
        <p:spPr>
          <a:xfrm>
            <a:off x="4359471" y="2229381"/>
            <a:ext cx="7568327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増加（ぞうか）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Penambahan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Peningkatan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9F7DCE-8747-EBF9-D98D-E88E496CF35C}"/>
              </a:ext>
            </a:extLst>
          </p:cNvPr>
          <p:cNvSpPr txBox="1"/>
          <p:nvPr/>
        </p:nvSpPr>
        <p:spPr>
          <a:xfrm>
            <a:off x="4359471" y="2920081"/>
            <a:ext cx="7568327" cy="3539430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体重（たいじゅう）の急激な（きゅうげき）増加に気をつける。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Kita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harus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hati-hati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terhadap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peningkatan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badan yang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drastis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最近、この町の人口が増えている。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Akhir-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populasi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kota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ini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semakin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bertambah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7F4D0-4A40-7284-E1E3-F47C28E4FE50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7C5C52-C662-B965-F0DE-C8B3631CC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942" y="1555164"/>
            <a:ext cx="3460569" cy="3460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922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FD837-EC44-2F5E-C9BE-27693DDD2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6295EB6-9227-8E5D-62E3-3BE01FAD4A78}"/>
              </a:ext>
            </a:extLst>
          </p:cNvPr>
          <p:cNvSpPr txBox="1"/>
          <p:nvPr/>
        </p:nvSpPr>
        <p:spPr>
          <a:xfrm>
            <a:off x="4359472" y="800017"/>
            <a:ext cx="7351350" cy="120032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へ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らす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Berkurang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(INT)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へ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る  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Mengurangi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(TR)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げん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16BA40-32E9-179B-E0F1-A5C73624F232}"/>
              </a:ext>
            </a:extLst>
          </p:cNvPr>
          <p:cNvSpPr txBox="1"/>
          <p:nvPr/>
        </p:nvSpPr>
        <p:spPr>
          <a:xfrm>
            <a:off x="4359470" y="2190886"/>
            <a:ext cx="7568327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減少（げんしょう）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Penurunan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Berkurang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087241-159E-7D10-B048-2331FF2DC2EC}"/>
              </a:ext>
            </a:extLst>
          </p:cNvPr>
          <p:cNvSpPr txBox="1"/>
          <p:nvPr/>
        </p:nvSpPr>
        <p:spPr>
          <a:xfrm>
            <a:off x="4359470" y="2822167"/>
            <a:ext cx="7568327" cy="378565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人口の減少がしんこくな問題になっている。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Penurunan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penduduk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menjadi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masalah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serius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体重（たいじゅう）が増えたから、ご飯の量を減って、運動（うんどう）する時間を増やしたら、体重が減らした。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badanku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naik(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),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mengurangi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porsi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dan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tambah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olahraga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akhirnya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badanku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turun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(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sendiri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3FD586-2B5E-266F-7BC2-74E754D3ECB9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消費期限（しょうひきげん）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Expired Date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FC0EC9-A9AE-EBE1-C1EC-2E52CF9069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178" y="1707295"/>
            <a:ext cx="3443409" cy="3443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52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64054-751C-0F08-790F-866217E47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79A321B-CB73-FDE4-327F-9B31DFDE6A11}"/>
              </a:ext>
            </a:extLst>
          </p:cNvPr>
          <p:cNvSpPr txBox="1"/>
          <p:nvPr/>
        </p:nvSpPr>
        <p:spPr>
          <a:xfrm>
            <a:off x="4343974" y="789609"/>
            <a:ext cx="7568326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りょう　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takaran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kuantitas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volume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A54A68-1E56-8791-374E-9A38063DD21E}"/>
              </a:ext>
            </a:extLst>
          </p:cNvPr>
          <p:cNvSpPr txBox="1"/>
          <p:nvPr/>
        </p:nvSpPr>
        <p:spPr>
          <a:xfrm>
            <a:off x="4343972" y="1429250"/>
            <a:ext cx="7568327" cy="193899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増量（ぞうりょう）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Penambahan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jumlah,porsi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数量（すうりょう）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Jumlah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/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kuantitas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bisa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dihitung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減量（げんりょう）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Mengurangi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(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badan/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takaran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02924C-B886-D878-FB2A-9DA50B841A73}"/>
              </a:ext>
            </a:extLst>
          </p:cNvPr>
          <p:cNvSpPr txBox="1"/>
          <p:nvPr/>
        </p:nvSpPr>
        <p:spPr>
          <a:xfrm>
            <a:off x="4343971" y="3566826"/>
            <a:ext cx="7568327" cy="2677656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体重を増やすため、食事の量を増量した。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Menambah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posri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makan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menambah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badan.</a:t>
            </a: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明日の試合に向けて減量する。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Ngurangin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berat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badan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pertandingan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besok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90CFFC-BE01-5C78-DED9-198DCA094721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2F5135-DE9B-01E1-E0BD-248938922D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07" y="1579329"/>
            <a:ext cx="3790041" cy="3790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244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48FF6-F0A1-470E-A91D-B48BD3F1C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082541F-6005-AC8D-23EE-E8F0B769F923}"/>
              </a:ext>
            </a:extLst>
          </p:cNvPr>
          <p:cNvSpPr txBox="1"/>
          <p:nvPr/>
        </p:nvSpPr>
        <p:spPr>
          <a:xfrm>
            <a:off x="4359472" y="800017"/>
            <a:ext cx="7568326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-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す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Mengembalikan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へん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D0F379-92CC-7DCA-16A9-02B718AA195E}"/>
              </a:ext>
            </a:extLst>
          </p:cNvPr>
          <p:cNvSpPr txBox="1"/>
          <p:nvPr/>
        </p:nvSpPr>
        <p:spPr>
          <a:xfrm>
            <a:off x="4359470" y="1720840"/>
            <a:ext cx="7568327" cy="83099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返事（へんじ）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Jawaban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, 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Balasan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65138" indent="-465138"/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返却（へんきゃく）</a:t>
            </a:r>
            <a:r>
              <a:rPr lang="en-US" altLang="ja-JP" sz="24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Pengembalian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A3A329-515D-3068-3009-95D4D8E559FB}"/>
              </a:ext>
            </a:extLst>
          </p:cNvPr>
          <p:cNvSpPr txBox="1"/>
          <p:nvPr/>
        </p:nvSpPr>
        <p:spPr>
          <a:xfrm>
            <a:off x="4359469" y="2967336"/>
            <a:ext cx="7568327" cy="3108543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先生に名前を呼ばれたので、はっきりと返事した。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Menyahut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dengan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jelas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karena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sensei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memanggil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nama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saya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図書館の本の返却は明日までです。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Batas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waktu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pengembalian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buku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perpustakaan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Adalah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sampai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besok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A5F04D-F1B1-33F7-7CF5-986C19F35D6A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266B72-9C3C-D1C8-37EA-3DD24960E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2" y="1448123"/>
            <a:ext cx="3961754" cy="396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85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43851-7289-FBBE-5401-BD8346C9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2BD5C28-842E-D45A-7ED2-58FFF1163A86}"/>
              </a:ext>
            </a:extLst>
          </p:cNvPr>
          <p:cNvSpPr txBox="1"/>
          <p:nvPr/>
        </p:nvSpPr>
        <p:spPr>
          <a:xfrm>
            <a:off x="4436963" y="2101875"/>
            <a:ext cx="7568326" cy="46166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・ゆ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Air Panas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8254F7-BDC9-796D-B058-B23FE697CB07}"/>
              </a:ext>
            </a:extLst>
          </p:cNvPr>
          <p:cNvSpPr txBox="1"/>
          <p:nvPr/>
        </p:nvSpPr>
        <p:spPr>
          <a:xfrm>
            <a:off x="4436962" y="2793884"/>
            <a:ext cx="7568327" cy="1384995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→　はこねのお湯は体によいそうだ。</a:t>
            </a:r>
            <a:endParaRPr lang="en-US" altLang="ja-JP" sz="28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573088" indent="-573088"/>
            <a:r>
              <a:rPr lang="ja-JP" altLang="en-US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　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Katanya air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panas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di Hakone sangat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baik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</a:t>
            </a:r>
            <a:r>
              <a:rPr lang="en-US" altLang="ja-JP" sz="2800" dirty="0" err="1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untuk</a:t>
            </a:r>
            <a:r>
              <a:rPr lang="en-US" altLang="ja-JP" sz="28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 badan.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BBFA2E-14A8-27BE-F947-789EE1F53E79}"/>
              </a:ext>
            </a:extLst>
          </p:cNvPr>
          <p:cNvSpPr txBox="1"/>
          <p:nvPr/>
        </p:nvSpPr>
        <p:spPr>
          <a:xfrm>
            <a:off x="332508" y="240145"/>
            <a:ext cx="11859491" cy="584775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sz="32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sz="32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46D979-CCBC-7177-EE66-A523FB3C87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795" y="1461029"/>
            <a:ext cx="3492616" cy="349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22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BDD11-2445-7CFF-49EC-81A02D511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172D356-31D5-EFA7-F577-5F4A3DBD03A8}"/>
              </a:ext>
            </a:extLst>
          </p:cNvPr>
          <p:cNvSpPr txBox="1"/>
          <p:nvPr/>
        </p:nvSpPr>
        <p:spPr>
          <a:xfrm>
            <a:off x="414907" y="813729"/>
            <a:ext cx="11362186" cy="5905399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販売：（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売ること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買うこと）。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機会：（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マシン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チャンス）。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  <a:sym typeface="Wingdings" panose="05000000000000000000" pitchFamily="2" charset="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返事：（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よぶこと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こたえること）。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  <a:sym typeface="Wingdings" panose="05000000000000000000" pitchFamily="2" charset="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自動：（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オートマチック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  <a:sym typeface="Wingdings" panose="05000000000000000000" pitchFamily="2" charset="2"/>
              </a:rPr>
              <a:t>アスレチック）。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  <a:sym typeface="Wingdings" panose="05000000000000000000" pitchFamily="2" charset="2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飛行：（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旅行すること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空をとぶこと）。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人口：（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減量する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減少）。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おつりをもらうときは、（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返却ボタン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確認ボタン）を押す。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甘くしたいのでさとうを（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a.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増量する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b.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減量する）。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8112893-49FF-CEF4-2166-B44D415598CF}"/>
              </a:ext>
            </a:extLst>
          </p:cNvPr>
          <p:cNvSpPr/>
          <p:nvPr/>
        </p:nvSpPr>
        <p:spPr>
          <a:xfrm>
            <a:off x="1957105" y="984626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5F8AD86-341B-4690-71AF-7E4AF321D5B6}"/>
              </a:ext>
            </a:extLst>
          </p:cNvPr>
          <p:cNvSpPr/>
          <p:nvPr/>
        </p:nvSpPr>
        <p:spPr>
          <a:xfrm>
            <a:off x="3541156" y="176639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831F46C-202A-C42B-0F85-AD4E7F840EBC}"/>
              </a:ext>
            </a:extLst>
          </p:cNvPr>
          <p:cNvSpPr/>
          <p:nvPr/>
        </p:nvSpPr>
        <p:spPr>
          <a:xfrm>
            <a:off x="3915311" y="2503290"/>
            <a:ext cx="405491" cy="45599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EDD71B9-12DA-8EC2-DFE2-A6607E048A96}"/>
              </a:ext>
            </a:extLst>
          </p:cNvPr>
          <p:cNvSpPr/>
          <p:nvPr/>
        </p:nvSpPr>
        <p:spPr>
          <a:xfrm>
            <a:off x="1980046" y="3311309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B1625C5-AC61-9DE6-BDE3-73B955F24DF0}"/>
              </a:ext>
            </a:extLst>
          </p:cNvPr>
          <p:cNvSpPr/>
          <p:nvPr/>
        </p:nvSpPr>
        <p:spPr>
          <a:xfrm>
            <a:off x="4394044" y="394377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6396FD-7EE5-B638-345E-400A97D72B5C}"/>
              </a:ext>
            </a:extLst>
          </p:cNvPr>
          <p:cNvSpPr/>
          <p:nvPr/>
        </p:nvSpPr>
        <p:spPr>
          <a:xfrm>
            <a:off x="3801038" y="4648848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B95F6F-E00F-CCFB-60C3-177F26947D20}"/>
              </a:ext>
            </a:extLst>
          </p:cNvPr>
          <p:cNvSpPr/>
          <p:nvPr/>
        </p:nvSpPr>
        <p:spPr>
          <a:xfrm>
            <a:off x="4394044" y="5452733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995DAB-8EB2-FA10-7E19-00B7C1131F83}"/>
              </a:ext>
            </a:extLst>
          </p:cNvPr>
          <p:cNvSpPr/>
          <p:nvPr/>
        </p:nvSpPr>
        <p:spPr>
          <a:xfrm>
            <a:off x="6253791" y="6205093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EB4F36-4B1C-B479-FECD-CA6B9DB2D644}"/>
              </a:ext>
            </a:extLst>
          </p:cNvPr>
          <p:cNvSpPr txBox="1"/>
          <p:nvPr/>
        </p:nvSpPr>
        <p:spPr>
          <a:xfrm>
            <a:off x="332508" y="240145"/>
            <a:ext cx="11859491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自動販売機　</a:t>
            </a:r>
            <a:r>
              <a:rPr lang="en-US" altLang="ja-JP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Vending Machines</a:t>
            </a:r>
            <a:endParaRPr lang="en-US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87040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DA529-90A1-9BA1-086F-328B9381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3C9375-2941-1A14-DD61-E1BA2C96BA71}"/>
              </a:ext>
            </a:extLst>
          </p:cNvPr>
          <p:cNvSpPr txBox="1"/>
          <p:nvPr/>
        </p:nvSpPr>
        <p:spPr>
          <a:xfrm>
            <a:off x="414906" y="1795311"/>
            <a:ext cx="11777093" cy="295074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冷水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おひや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りょうすい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れいすい　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おみず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増える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ほえる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ふえる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はえる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ひえる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3.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減る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ふる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ひる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へる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>
              <a:lnSpc>
                <a:spcPct val="200000"/>
              </a:lnSpc>
            </a:pP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 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返す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かいす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かえす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かれす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はずす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AD4CA57-720F-7071-86ED-48E82877EDB9}"/>
              </a:ext>
            </a:extLst>
          </p:cNvPr>
          <p:cNvSpPr/>
          <p:nvPr/>
        </p:nvSpPr>
        <p:spPr>
          <a:xfrm>
            <a:off x="6682509" y="2052780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A4FB09-F95F-994E-F7F3-BB1B074FB0E1}"/>
              </a:ext>
            </a:extLst>
          </p:cNvPr>
          <p:cNvSpPr/>
          <p:nvPr/>
        </p:nvSpPr>
        <p:spPr>
          <a:xfrm>
            <a:off x="3996852" y="2819075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FCE1155-71D5-A6C6-1EB7-A7DB9042F003}"/>
              </a:ext>
            </a:extLst>
          </p:cNvPr>
          <p:cNvSpPr/>
          <p:nvPr/>
        </p:nvSpPr>
        <p:spPr>
          <a:xfrm>
            <a:off x="8821275" y="3429000"/>
            <a:ext cx="519764" cy="568502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BAFE125-FC12-98A5-F220-A819B6217796}"/>
              </a:ext>
            </a:extLst>
          </p:cNvPr>
          <p:cNvSpPr/>
          <p:nvPr/>
        </p:nvSpPr>
        <p:spPr>
          <a:xfrm>
            <a:off x="3996852" y="426267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0D272B-6CA5-70AB-3128-7A44362D574B}"/>
              </a:ext>
            </a:extLst>
          </p:cNvPr>
          <p:cNvSpPr txBox="1"/>
          <p:nvPr/>
        </p:nvSpPr>
        <p:spPr>
          <a:xfrm>
            <a:off x="332509" y="240145"/>
            <a:ext cx="3556000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街のちず②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174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99938-75EC-799B-C4E6-3D2B6CB96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F7089-D682-9832-2F07-982EAE058246}"/>
              </a:ext>
            </a:extLst>
          </p:cNvPr>
          <p:cNvSpPr txBox="1"/>
          <p:nvPr/>
        </p:nvSpPr>
        <p:spPr>
          <a:xfrm>
            <a:off x="414907" y="1795311"/>
            <a:ext cx="11362186" cy="2950744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こおり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水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泳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氷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凍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ゆ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湯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場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揚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楊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きかい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　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自動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販売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機械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機合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りょう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1.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重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2.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量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3.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黒</a:t>
            </a:r>
            <a:r>
              <a:rPr lang="en-US" altLang="ja-JP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		4.</a:t>
            </a:r>
            <a:r>
              <a:rPr lang="ja-JP" altLang="en-US" sz="2400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里</a:t>
            </a:r>
            <a:endParaRPr lang="en-US" altLang="ja-JP" sz="2400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3CC282F-286D-0BD5-ED61-1EA1BBEB4E75}"/>
              </a:ext>
            </a:extLst>
          </p:cNvPr>
          <p:cNvSpPr/>
          <p:nvPr/>
        </p:nvSpPr>
        <p:spPr>
          <a:xfrm>
            <a:off x="6686735" y="2007839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7CE8030-F499-211D-39A9-C5302C391208}"/>
              </a:ext>
            </a:extLst>
          </p:cNvPr>
          <p:cNvSpPr/>
          <p:nvPr/>
        </p:nvSpPr>
        <p:spPr>
          <a:xfrm>
            <a:off x="2976855" y="2819615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A236D81-570A-8A44-66D2-7D8A4AB1DE4F}"/>
              </a:ext>
            </a:extLst>
          </p:cNvPr>
          <p:cNvSpPr/>
          <p:nvPr/>
        </p:nvSpPr>
        <p:spPr>
          <a:xfrm>
            <a:off x="6721108" y="3506490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CE38C4-50B3-0F24-4C10-B56EFAA77CF6}"/>
              </a:ext>
            </a:extLst>
          </p:cNvPr>
          <p:cNvSpPr/>
          <p:nvPr/>
        </p:nvSpPr>
        <p:spPr>
          <a:xfrm>
            <a:off x="4910766" y="4282561"/>
            <a:ext cx="519764" cy="442761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2FC790-D2F2-EE19-5007-1752240E035A}"/>
              </a:ext>
            </a:extLst>
          </p:cNvPr>
          <p:cNvSpPr txBox="1"/>
          <p:nvPr/>
        </p:nvSpPr>
        <p:spPr>
          <a:xfrm>
            <a:off x="332509" y="240145"/>
            <a:ext cx="3556000" cy="369332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ja-JP" altLang="en-US" b="1" dirty="0"/>
              <a:t>街のちず②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108622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8B499-532F-A922-82A6-5F6525699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5ACECA-DF7A-4942-8E70-5FB4E04DBA61}"/>
              </a:ext>
            </a:extLst>
          </p:cNvPr>
          <p:cNvSpPr txBox="1"/>
          <p:nvPr/>
        </p:nvSpPr>
        <p:spPr>
          <a:xfrm>
            <a:off x="482284" y="1894316"/>
            <a:ext cx="11362186" cy="2394117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ありがとうございました。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  <a:p>
            <a:pPr algn="ctr">
              <a:lnSpc>
                <a:spcPct val="200000"/>
              </a:lnSpc>
            </a:pPr>
            <a:r>
              <a:rPr lang="ja-JP" altLang="en-US" sz="4000" b="1" dirty="0">
                <a:latin typeface="UD Digi Kyokasho N" panose="02020400000000000000" pitchFamily="17" charset="-128"/>
                <a:ea typeface="UD Digi Kyokasho N" panose="02020400000000000000" pitchFamily="17" charset="-128"/>
              </a:rPr>
              <a:t>お疲れ様でした！</a:t>
            </a:r>
            <a:endParaRPr lang="en-US" altLang="ja-JP" sz="4000" b="1" dirty="0">
              <a:latin typeface="UD Digi Kyokasho N" panose="02020400000000000000" pitchFamily="17" charset="-128"/>
              <a:ea typeface="UD Digi Kyokasho N" panose="020204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99909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2424</TotalTime>
  <Words>3740</Words>
  <Application>Microsoft Office PowerPoint</Application>
  <PresentationFormat>Widescreen</PresentationFormat>
  <Paragraphs>329</Paragraphs>
  <Slides>28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UD Digi Kyokasho N</vt:lpstr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Febriana Ardiyawati</dc:creator>
  <cp:lastModifiedBy>Febriana Ardiyawati</cp:lastModifiedBy>
  <cp:revision>60</cp:revision>
  <dcterms:created xsi:type="dcterms:W3CDTF">2026-08-11T03:25:31Z</dcterms:created>
  <dcterms:modified xsi:type="dcterms:W3CDTF">2026-09-28T14:20:57Z</dcterms:modified>
</cp:coreProperties>
</file>