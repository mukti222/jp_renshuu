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6" r:id="rId4"/>
    <p:sldId id="277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90" r:id="rId15"/>
    <p:sldId id="291" r:id="rId16"/>
    <p:sldId id="292" r:id="rId17"/>
    <p:sldId id="288" r:id="rId18"/>
    <p:sldId id="264" r:id="rId19"/>
    <p:sldId id="289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3554" autoAdjust="0"/>
  </p:normalViewPr>
  <p:slideViewPr>
    <p:cSldViewPr snapToGrid="0">
      <p:cViewPr varScale="1">
        <p:scale>
          <a:sx n="80" d="100"/>
          <a:sy n="80" d="100"/>
        </p:scale>
        <p:origin x="16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18908-1839-4FBD-AF96-EF2984E7ECF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06B5B-9553-4D27-9657-ECFC17C98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98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Kt. Benda </a:t>
            </a:r>
            <a:r>
              <a:rPr lang="en-US" altLang="ja-JP" dirty="0" err="1"/>
              <a:t>abstrak</a:t>
            </a:r>
            <a:r>
              <a:rPr lang="en-US" altLang="ja-JP" dirty="0"/>
              <a:t> : </a:t>
            </a:r>
            <a:r>
              <a:rPr lang="ja-JP" altLang="en-US" dirty="0"/>
              <a:t>予定、ようそう、きたい、けいかく、ルール。</a:t>
            </a:r>
            <a:r>
              <a:rPr lang="en-US" altLang="ja-JP" dirty="0"/>
              <a:t>Bisa </a:t>
            </a:r>
            <a:r>
              <a:rPr lang="en-US" altLang="ja-JP" dirty="0" err="1"/>
              <a:t>pakai</a:t>
            </a:r>
            <a:r>
              <a:rPr lang="en-US" altLang="ja-JP" dirty="0"/>
              <a:t> </a:t>
            </a:r>
            <a:r>
              <a:rPr lang="ja-JP" altLang="en-US" dirty="0"/>
              <a:t>のとおり</a:t>
            </a:r>
            <a:endParaRPr lang="en-US" altLang="ja-JP" dirty="0"/>
          </a:p>
          <a:p>
            <a:r>
              <a:rPr lang="en-US" dirty="0"/>
              <a:t>KB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chizu</a:t>
            </a:r>
            <a:r>
              <a:rPr lang="en-US" dirty="0"/>
              <a:t>, </a:t>
            </a:r>
            <a:r>
              <a:rPr lang="en-US" dirty="0" err="1"/>
              <a:t>dll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bendanya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abstrak</a:t>
            </a:r>
            <a:r>
              <a:rPr lang="en-US" dirty="0"/>
              <a:t>,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ja-JP" altLang="en-US" dirty="0"/>
              <a:t>地図のとおりに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85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E55A-776C-8F47-633C-ED19C1CC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28214-7A04-4665-C64D-C6B302B7A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E832A-7304-E9D6-40A7-7EE064579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6B035-E35D-DE8C-E83D-267A2EEC7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04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A0807-5CAE-60FE-FC1B-FA8F8AEA3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E73A0-9D24-F374-F4E1-D51B46B27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CD111-58AC-18F5-E012-64A0661D3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2DF83-533A-4DC7-07BA-79BBCDE66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17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2728-3E7E-0156-72C6-FC43199F2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FE6D9-9F4B-41EB-9F60-6855DA81F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0903D-B321-F7AA-AD60-686034028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05CC-A51D-09D6-53EC-9DA7265D4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83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0870-3489-1FD6-EBA3-5B60D967C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7602A-6304-413B-3F34-20C0D54CD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A564E9-EA58-FE99-569B-D0AA8DFD2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D667B-EC40-0DA5-438D-54343924B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0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B1DFD-9B93-24BE-3E88-08DC7733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9A620-9EA4-C83C-C891-F5F8DE616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4756B-6C8B-0756-075A-5FBF7D850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06471-46BE-C6AD-8C50-5E06366E1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77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6CFEB-9441-1E16-D40E-032BD322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ADA03-D01A-BBD6-BE4D-23B3CE922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879F8-FA0C-8B6F-58F8-09EE2DB3B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7F1D2-593D-5002-629A-BE4D2B09A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95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DF0DA-1A0F-608D-DA2D-81AA27238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78334-8F6C-C7C1-73BE-5CAC98A14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33ABF-0559-48E9-D27C-F9D187BF7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D2011-460B-DBD7-CA34-45A877B4E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45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6605-64BD-7310-C10D-96045635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C3E09-C756-94C5-5ACD-D32A56935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A26CD-8D0C-26B3-9684-B2AB187FD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25C83-152C-DD6C-A7C8-434DC49FF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49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41561-55FB-AD6A-88D9-DEC18FA7E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2480C-012E-1DE6-E6B4-B6B207218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745A3-AD2A-775C-0245-AF39DC594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1EE20-967D-E2D4-396C-49B5CE894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25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F4EA-1D81-DD86-7F34-CFBF7C4C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4C9A0-21A1-93AB-643D-2A5FF9CCF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C6BBB-F692-0D5E-38A4-DE9593AB0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B2724-D72F-61AB-78A4-83B5CEB5C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76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739EE-3E1A-C605-A2E3-81F912E7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E9BED-4D5D-0A4C-569C-9172760D6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6F6EE-4033-32EF-65B0-C6F78F164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C06A7-620A-4147-4527-66160F69B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66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34F4D-F345-B58B-1954-B4706DA4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52C88-4AF2-6B72-B780-0EE6883A4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1B4BB-6421-E34C-8A7F-0C494CEBA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06AEE-0DF7-D30B-868F-416136AE7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57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62F80-E787-CA42-EDCE-1EF95CD1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5DAB8-63F3-A91C-0057-70D2947CE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38DD7-A50C-A6D2-FBEC-8D0ED53DF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D3589-790D-9483-293F-F00E8769D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CF9C2-EC33-396E-30C2-97E92A29E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54EB3-FD2A-9EEC-C873-D083AAA7F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A8AF9-9522-FDF3-5AB8-9FB8C6CA2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A94B0-90C1-6371-4177-AECD67B1B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98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2380-E8D0-64B1-E96C-B61FD4AC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368ED-F0C3-9B37-D15F-344D19C9D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8E09C-AFAA-32F6-DAC8-22C77DD21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91196-809A-C757-B222-8FF001F9B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17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EA90-135E-5FC3-84CF-A1D107A08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1820B-11E0-73D0-EBF8-101D19542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A91E9-E629-9825-A007-0B0D03E5A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3DA66-E5D4-FC95-5347-08D556640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56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D8D33-EEF7-83F9-A917-F24D4C3D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B208A-D041-CDA3-4F6D-5C4781F58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83ADC4-F4C0-B316-1184-956789356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186C2-822C-E47D-F35B-92F971037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06B5B-9553-4D27-9657-ECFC17C9878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16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10/6/2026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0B0730-56D6-3579-E41F-6F3DA9809EFE}"/>
              </a:ext>
            </a:extLst>
          </p:cNvPr>
          <p:cNvSpPr txBox="1"/>
          <p:nvPr/>
        </p:nvSpPr>
        <p:spPr>
          <a:xfrm>
            <a:off x="2235200" y="1246909"/>
            <a:ext cx="765694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600" dirty="0"/>
              <a:t>文法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424489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8001-35E3-F0EE-5902-A893EE39D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72E92-B74A-6208-4711-6F38BAF1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C923EB-A1A3-BAC0-BB69-86EEE0A2036D}"/>
              </a:ext>
            </a:extLst>
          </p:cNvPr>
          <p:cNvSpPr txBox="1"/>
          <p:nvPr/>
        </p:nvSpPr>
        <p:spPr>
          <a:xfrm>
            <a:off x="344543" y="2436860"/>
            <a:ext cx="422745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</a:t>
            </a: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Kerja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る・た</a:t>
            </a:r>
            <a:endParaRPr lang="en-US" altLang="ja-JP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Kt.Benda</a:t>
            </a:r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</a:t>
            </a:r>
            <a:endParaRPr lang="en-US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B1C6496-226F-A2AF-3FAA-68A00951D9E3}"/>
              </a:ext>
            </a:extLst>
          </p:cNvPr>
          <p:cNvCxnSpPr>
            <a:stCxn id="3" idx="3"/>
          </p:cNvCxnSpPr>
          <p:nvPr/>
        </p:nvCxnSpPr>
        <p:spPr>
          <a:xfrm flipV="1">
            <a:off x="4572000" y="3037024"/>
            <a:ext cx="1388533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6F3F02E-3B89-26D2-7BF2-EB992A35F709}"/>
              </a:ext>
            </a:extLst>
          </p:cNvPr>
          <p:cNvSpPr txBox="1"/>
          <p:nvPr/>
        </p:nvSpPr>
        <p:spPr>
          <a:xfrm>
            <a:off x="6047790" y="2159861"/>
            <a:ext cx="5503334" cy="17543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とおり　</a:t>
            </a:r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（に、の、だ）</a:t>
            </a:r>
            <a:endParaRPr lang="en-US" altLang="ja-JP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Sesuai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  <a:p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Persis </a:t>
            </a: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6D9DB8-0D86-3B9C-9BF1-5DD7E45FB2BA}"/>
              </a:ext>
            </a:extLst>
          </p:cNvPr>
          <p:cNvCxnSpPr>
            <a:cxnSpLocks/>
          </p:cNvCxnSpPr>
          <p:nvPr/>
        </p:nvCxnSpPr>
        <p:spPr>
          <a:xfrm>
            <a:off x="2238138" y="3637189"/>
            <a:ext cx="0" cy="9856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C79C07-8D51-FF0A-06E4-0B704B8E777F}"/>
              </a:ext>
            </a:extLst>
          </p:cNvPr>
          <p:cNvSpPr txBox="1"/>
          <p:nvPr/>
        </p:nvSpPr>
        <p:spPr>
          <a:xfrm>
            <a:off x="581610" y="4656411"/>
            <a:ext cx="11119323" cy="175432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Kt.Benda</a:t>
            </a:r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Abstrak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Konsep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harapan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rencana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dsb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Rumusnya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menjadi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</a:t>
            </a:r>
          </a:p>
          <a:p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Benda + </a:t>
            </a:r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どおり（に、の、だ）～</a:t>
            </a:r>
            <a:endParaRPr lang="en-US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971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B11F-4989-3B04-709A-FDD343AE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8606929-9AF0-7679-FA03-A59BFFFFF805}"/>
              </a:ext>
            </a:extLst>
          </p:cNvPr>
          <p:cNvSpPr txBox="1"/>
          <p:nvPr/>
        </p:nvSpPr>
        <p:spPr>
          <a:xfrm>
            <a:off x="378410" y="372278"/>
            <a:ext cx="11559590" cy="563231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1. 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友達が書いてくれた地図の通りに来たが、道がまよった。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Saya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datang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sesuai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peta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Digambar oleh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teman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tersesat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雪が降ってきた。よほうどおりだ。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Telah turn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salju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Sesuai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perkiraan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先生が言ったとおり、試験が難しい。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Ujiannya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sulit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sesuai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dikatakan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sensei.</a:t>
            </a:r>
            <a:endParaRPr lang="en-US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581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0812E-1F09-F356-AFDE-02E996C8B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19D8CB-B37F-E33C-14AA-584737372E9E}"/>
              </a:ext>
            </a:extLst>
          </p:cNvPr>
          <p:cNvSpPr txBox="1"/>
          <p:nvPr/>
        </p:nvSpPr>
        <p:spPr>
          <a:xfrm>
            <a:off x="316205" y="1405211"/>
            <a:ext cx="11559590" cy="366254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1. 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きたいどおりの結果になりました。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Hasil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sesuai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harapan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私がやるとおりに、やってください。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Lakukan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persis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apa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lakukan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647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8256-54B4-A418-E220-E08E76A3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F2AC-1955-E9F5-B4A5-B4FF375A6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AF053-5847-A247-4A4B-BB9038906E15}"/>
              </a:ext>
            </a:extLst>
          </p:cNvPr>
          <p:cNvSpPr txBox="1"/>
          <p:nvPr/>
        </p:nvSpPr>
        <p:spPr>
          <a:xfrm>
            <a:off x="2399003" y="2146298"/>
            <a:ext cx="7393991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たまま、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</a:t>
            </a:r>
          </a:p>
          <a:p>
            <a:pPr algn="ctr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B3F1D-5F67-7AD2-9B10-BD0B0858B2A6}"/>
              </a:ext>
            </a:extLst>
          </p:cNvPr>
          <p:cNvSpPr txBox="1"/>
          <p:nvPr/>
        </p:nvSpPr>
        <p:spPr>
          <a:xfrm>
            <a:off x="316203" y="3469392"/>
            <a:ext cx="11559590" cy="32316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1.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昨夜はテレビをつけたまま寝てしまった。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Kemarin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malam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tidur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keasaan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tv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menyala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くつをはいたまま、部屋に入らないでください。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masuk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kamar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memakai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sepatu</a:t>
            </a:r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306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A907-85EE-1243-2D10-1DD66F88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76CB-58C6-F2B2-45C8-BCC9BD4B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140A1-D293-44F2-BEB6-FD77DAFD64BF}"/>
              </a:ext>
            </a:extLst>
          </p:cNvPr>
          <p:cNvSpPr txBox="1"/>
          <p:nvPr/>
        </p:nvSpPr>
        <p:spPr>
          <a:xfrm>
            <a:off x="1078203" y="2112431"/>
            <a:ext cx="9318864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ないまま、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</a:t>
            </a:r>
          </a:p>
          <a:p>
            <a:pPr algn="ctr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tanpa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5ED0F-AEF7-1E9F-E37F-4ACB0B901336}"/>
              </a:ext>
            </a:extLst>
          </p:cNvPr>
          <p:cNvSpPr txBox="1"/>
          <p:nvPr/>
        </p:nvSpPr>
        <p:spPr>
          <a:xfrm>
            <a:off x="316203" y="3300062"/>
            <a:ext cx="11559590" cy="366254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1.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宿題をしないまま、ともだちと遊びに行ってしまった。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Pergi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bermain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teman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belum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mengerjakan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PR.</a:t>
            </a:r>
          </a:p>
          <a:p>
            <a:pPr marL="1150938" indent="-1150938"/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朝ごはんを食べないまま、学校へ行きました。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Pergi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sekolah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tanpa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sarapan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482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E073-3492-6607-3107-BAAE82D6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D8F66-2468-A025-5BAD-781464985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8C5E7-1D01-CFE2-2756-B8E90AC2E693}"/>
              </a:ext>
            </a:extLst>
          </p:cNvPr>
          <p:cNvSpPr txBox="1"/>
          <p:nvPr/>
        </p:nvSpPr>
        <p:spPr>
          <a:xfrm>
            <a:off x="539099" y="2010831"/>
            <a:ext cx="11113797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Kata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sifat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い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　まま～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B,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Selagi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masih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….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82090-71D8-456F-4B51-EF8BEE9EA701}"/>
              </a:ext>
            </a:extLst>
          </p:cNvPr>
          <p:cNvSpPr txBox="1"/>
          <p:nvPr/>
        </p:nvSpPr>
        <p:spPr>
          <a:xfrm>
            <a:off x="316203" y="3300062"/>
            <a:ext cx="11559590" cy="32316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1.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スープは温かいままで食べてください。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Silahkan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supnya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masih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hangat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この国は昔も今も安全なままだ。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Negara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dulu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maupun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sekarang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masih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aman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820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C2616-38A1-9A2D-3B68-78DC1804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11738-B50B-C0FC-EF8D-FAE9EE259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1CB082-146F-F56C-AFD3-33B1743EBBE7}"/>
              </a:ext>
            </a:extLst>
          </p:cNvPr>
          <p:cNvSpPr txBox="1"/>
          <p:nvPr/>
        </p:nvSpPr>
        <p:spPr>
          <a:xfrm>
            <a:off x="1078203" y="2112431"/>
            <a:ext cx="9318864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KB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のまま、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</a:t>
            </a:r>
          </a:p>
          <a:p>
            <a:pPr algn="ctr"/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/Masih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4FBDD-97FC-DD57-7020-C038C932AB51}"/>
              </a:ext>
            </a:extLst>
          </p:cNvPr>
          <p:cNvSpPr txBox="1"/>
          <p:nvPr/>
        </p:nvSpPr>
        <p:spPr>
          <a:xfrm>
            <a:off x="316203" y="3300062"/>
            <a:ext cx="11559590" cy="366254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1.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この野菜は、なまのままで食べてもおいしいです。。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Sayur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meskipun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dimakan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masih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mentah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enak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lo.</a:t>
            </a:r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このままの生活は続けたい。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Ingin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melanjutkan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kehidupan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..</a:t>
            </a:r>
          </a:p>
          <a:p>
            <a:pPr marL="1150938" indent="-1150938"/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592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30238-B56A-53CF-D884-CF4025787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FA32-1902-D580-363D-14724901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CDC2C-545D-B591-E269-F460885C12A6}"/>
              </a:ext>
            </a:extLst>
          </p:cNvPr>
          <p:cNvSpPr txBox="1"/>
          <p:nvPr/>
        </p:nvSpPr>
        <p:spPr>
          <a:xfrm>
            <a:off x="149667" y="2090330"/>
            <a:ext cx="1182219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Kt.Kerja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ます　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+ 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っぱなし　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+ </a:t>
            </a:r>
            <a:r>
              <a:rPr lang="en-US" altLang="ja-JP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partikel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（で、の、に、だ）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2AFF7-31AB-4123-2D50-077968BC4C38}"/>
              </a:ext>
            </a:extLst>
          </p:cNvPr>
          <p:cNvSpPr txBox="1"/>
          <p:nvPr/>
        </p:nvSpPr>
        <p:spPr>
          <a:xfrm>
            <a:off x="149667" y="2844225"/>
            <a:ext cx="1182219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negative :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mengkritik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ngeluh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merasa</a:t>
            </a:r>
            <a:r>
              <a:rPr 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bersalah</a:t>
            </a:r>
            <a:endParaRPr lang="en-US" altLang="ja-JP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0ADBA-8650-455D-6047-832339D6DD52}"/>
              </a:ext>
            </a:extLst>
          </p:cNvPr>
          <p:cNvSpPr txBox="1"/>
          <p:nvPr/>
        </p:nvSpPr>
        <p:spPr>
          <a:xfrm>
            <a:off x="184899" y="3598121"/>
            <a:ext cx="11822199" cy="310854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Verb </a:t>
            </a:r>
            <a:r>
              <a:rPr lang="en-US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Transitif</a:t>
            </a:r>
            <a:r>
              <a:rPr 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 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つけます、あけます、だします、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dsb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08000" indent="-508000">
              <a:tabLst>
                <a:tab pos="508000" algn="l"/>
              </a:tabLst>
            </a:pP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Membiarkan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suatu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terus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berlangsung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yang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seharusnya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dibiarkan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lalai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lupa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Artinya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membiarkan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begitu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saja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”</a:t>
            </a:r>
          </a:p>
          <a:p>
            <a:pPr marL="508000" indent="-508000">
              <a:tabLst>
                <a:tab pos="508000" algn="l"/>
              </a:tabLst>
            </a:pP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Verb intransitive :</a:t>
            </a:r>
            <a:r>
              <a:rPr lang="ja-JP" altLang="en-US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たちます、すわります、あるきます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dsb</a:t>
            </a:r>
            <a:endParaRPr lang="en-US" altLang="ja-JP" sz="28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08000" indent="-508000">
              <a:tabLst>
                <a:tab pos="508000" algn="l"/>
              </a:tabLst>
            </a:pP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sesuatu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terus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menerus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dalam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kondisi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tanpa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jeda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Bisa 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diartikan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2800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terus-menerus</a:t>
            </a:r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…”</a:t>
            </a:r>
          </a:p>
        </p:txBody>
      </p:sp>
    </p:spTree>
    <p:extLst>
      <p:ext uri="{BB962C8B-B14F-4D97-AF65-F5344CB8AC3E}">
        <p14:creationId xmlns:p14="http://schemas.microsoft.com/office/powerpoint/2010/main" val="15212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B4535-2289-5AD2-27FF-5B4FF4B8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9A972C-ECC7-D91A-162F-BC550511472D}"/>
              </a:ext>
            </a:extLst>
          </p:cNvPr>
          <p:cNvSpPr txBox="1"/>
          <p:nvPr/>
        </p:nvSpPr>
        <p:spPr>
          <a:xfrm>
            <a:off x="316205" y="406144"/>
            <a:ext cx="11559590" cy="612475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1. 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窓を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開けっぱなし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で、出てきた。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Pergi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keluar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membiarkan</a:t>
            </a:r>
            <a:r>
              <a:rPr 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jendela</a:t>
            </a:r>
            <a:r>
              <a:rPr 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terbuka</a:t>
            </a:r>
            <a:r>
              <a:rPr 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begitu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saja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水を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出しっぱなし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にしないでください。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membiarkan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air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menyala</a:t>
            </a:r>
            <a:r>
              <a:rPr 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begitu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saja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時間ぐらいずっと</a:t>
            </a:r>
            <a:r>
              <a:rPr lang="ja-JP" alt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立ちっぱなし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で、足が痛くなった。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Karena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terus-terusan</a:t>
            </a:r>
            <a:r>
              <a:rPr 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berdiri</a:t>
            </a:r>
            <a:r>
              <a:rPr lang="en-US" sz="32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selama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kira-kira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4 jam, kaki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</a:t>
            </a: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sakit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986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3AE3-D13D-8456-21C2-BAC828325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C959DC5-ED7A-F529-D39C-A5203CFABC79}"/>
              </a:ext>
            </a:extLst>
          </p:cNvPr>
          <p:cNvSpPr txBox="1"/>
          <p:nvPr/>
        </p:nvSpPr>
        <p:spPr>
          <a:xfrm>
            <a:off x="316205" y="406144"/>
            <a:ext cx="11559590" cy="606319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テレビをつけ</a:t>
            </a:r>
            <a:r>
              <a:rPr lang="ja-JP" altLang="en-US" sz="36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たまま</a:t>
            </a:r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で、寝た。</a:t>
            </a:r>
            <a:endParaRPr lang="en-US" altLang="ja-JP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tidur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TV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menyala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		</a:t>
            </a:r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Hanya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menjelaskan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kondisi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TV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saat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				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tidur</a:t>
            </a:r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テレビを</a:t>
            </a:r>
            <a:r>
              <a:rPr lang="ja-JP" altLang="en-US" sz="36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つけっぱなし</a:t>
            </a:r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で、寝た。</a:t>
            </a:r>
            <a:endParaRPr lang="en-US" altLang="ja-JP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371600" indent="-1371600"/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Saya </a:t>
            </a: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tidur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membiarkan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TV </a:t>
            </a: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menyala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begitu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saja</a:t>
            </a:r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>
              <a:tabLst>
                <a:tab pos="2692400" algn="l"/>
              </a:tabLst>
            </a:pPr>
            <a:r>
              <a:rPr 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	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Terkesan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lupa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ceroboh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				     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menyayangkan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hal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tsb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967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9B988-8100-4894-CE5E-A7136B9F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C46A-55E3-1666-1646-850EC3FF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3E45E-779F-CD38-5C17-03B92C424C95}"/>
              </a:ext>
            </a:extLst>
          </p:cNvPr>
          <p:cNvSpPr txBox="1"/>
          <p:nvPr/>
        </p:nvSpPr>
        <p:spPr>
          <a:xfrm>
            <a:off x="293744" y="3148060"/>
            <a:ext cx="2517190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Kt. Benda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DB8B53D-A193-81D3-22F2-E70C26319445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810934" y="2963333"/>
            <a:ext cx="1371599" cy="5078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B8B762-D338-BA66-0B57-46B24EBBBB48}"/>
              </a:ext>
            </a:extLst>
          </p:cNvPr>
          <p:cNvSpPr txBox="1"/>
          <p:nvPr/>
        </p:nvSpPr>
        <p:spPr>
          <a:xfrm>
            <a:off x="4303657" y="2570948"/>
            <a:ext cx="3062343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きり・っきり</a:t>
            </a:r>
            <a:endParaRPr lang="en-US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A82057C-4C01-94BA-5101-C9C320E936FF}"/>
              </a:ext>
            </a:extLst>
          </p:cNvPr>
          <p:cNvCxnSpPr>
            <a:cxnSpLocks/>
          </p:cNvCxnSpPr>
          <p:nvPr/>
        </p:nvCxnSpPr>
        <p:spPr>
          <a:xfrm>
            <a:off x="2810934" y="3524612"/>
            <a:ext cx="1371599" cy="6240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0122589-B531-9FEB-442A-7A955F837CD1}"/>
              </a:ext>
            </a:extLst>
          </p:cNvPr>
          <p:cNvSpPr txBox="1"/>
          <p:nvPr/>
        </p:nvSpPr>
        <p:spPr>
          <a:xfrm>
            <a:off x="4303657" y="3825501"/>
            <a:ext cx="4078343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きりだ・っきりだ</a:t>
            </a:r>
            <a:endParaRPr lang="en-US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8490B6-A41D-9CDB-4F1B-143E7707097D}"/>
              </a:ext>
            </a:extLst>
          </p:cNvPr>
          <p:cNvGrpSpPr/>
          <p:nvPr/>
        </p:nvGrpSpPr>
        <p:grpSpPr>
          <a:xfrm flipH="1">
            <a:off x="8503124" y="3009425"/>
            <a:ext cx="1117601" cy="1139241"/>
            <a:chOff x="2810934" y="4762974"/>
            <a:chExt cx="1371599" cy="1185334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667F0EE-7602-B67D-ECDD-9E9B292B5D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0934" y="4762974"/>
              <a:ext cx="1371599" cy="50789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5913B5F-94CB-46C6-C59B-D658A2C80D2E}"/>
                </a:ext>
              </a:extLst>
            </p:cNvPr>
            <p:cNvCxnSpPr>
              <a:cxnSpLocks/>
            </p:cNvCxnSpPr>
            <p:nvPr/>
          </p:nvCxnSpPr>
          <p:spPr>
            <a:xfrm>
              <a:off x="2810934" y="5324253"/>
              <a:ext cx="1371599" cy="6240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D06F972-76F1-88EC-7CBE-C6DE8BCAE308}"/>
              </a:ext>
            </a:extLst>
          </p:cNvPr>
          <p:cNvSpPr txBox="1"/>
          <p:nvPr/>
        </p:nvSpPr>
        <p:spPr>
          <a:xfrm>
            <a:off x="9741849" y="3148060"/>
            <a:ext cx="215640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36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Hanya… </a:t>
            </a:r>
            <a:r>
              <a:rPr lang="en-US" altLang="ja-JP" sz="36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saja</a:t>
            </a:r>
            <a:endParaRPr lang="en-US" sz="36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549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50B1-5C3E-4B7D-933D-98A11A43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E45C-3958-106D-C890-65760252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B4CABA-70BF-4153-D5B9-8E2237CF1496}"/>
              </a:ext>
            </a:extLst>
          </p:cNvPr>
          <p:cNvSpPr txBox="1"/>
          <p:nvPr/>
        </p:nvSpPr>
        <p:spPr>
          <a:xfrm>
            <a:off x="209522" y="2780786"/>
            <a:ext cx="11604512" cy="255454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9063">
              <a:tabLst>
                <a:tab pos="576263" algn="l"/>
              </a:tabLst>
            </a:pP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きり＆だけ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mirip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situasi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pemakaian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dan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perasaan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terkandung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beda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9063">
              <a:tabLst>
                <a:tab pos="576263" algn="l"/>
              </a:tabLst>
            </a:pP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9063">
              <a:tabLst>
                <a:tab pos="576263" algn="l"/>
              </a:tabLst>
            </a:pP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きり：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mengandung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perasaan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berhenti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keadaan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saja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dan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perubahan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737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88F3-CF6B-8A43-9980-4DAB821D0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1F33-5212-641B-174A-E026CD9D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3E50EE-59AB-E489-D063-0B54DCA22D38}"/>
              </a:ext>
            </a:extLst>
          </p:cNvPr>
          <p:cNvSpPr txBox="1"/>
          <p:nvPr/>
        </p:nvSpPr>
        <p:spPr>
          <a:xfrm>
            <a:off x="89206" y="2119049"/>
            <a:ext cx="11604512" cy="452431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633413" indent="-514350">
              <a:buAutoNum type="arabicPeriod"/>
              <a:tabLst>
                <a:tab pos="576263" algn="l"/>
              </a:tabLst>
            </a:pP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Kasus yang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artinya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hampir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orang/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9063">
              <a:tabLst>
                <a:tab pos="576263" algn="l"/>
              </a:tabLst>
            </a:pP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2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人きり＆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人だけ。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9063">
              <a:tabLst>
                <a:tab pos="576263" algn="l"/>
              </a:tabLst>
            </a:pP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angka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keduanya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saling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mengganti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arti “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selain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lain.”</a:t>
            </a:r>
          </a:p>
          <a:p>
            <a:pPr marL="119063">
              <a:tabLst>
                <a:tab pos="576263" algn="l"/>
              </a:tabLst>
            </a:pP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9063">
              <a:tabLst>
                <a:tab pos="576263" algn="l"/>
              </a:tabLst>
            </a:pP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人だけ：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Menyatakan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fakta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hanya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dua orang”</a:t>
            </a:r>
          </a:p>
          <a:p>
            <a:pPr marL="119063">
              <a:tabLst>
                <a:tab pos="576263" algn="l"/>
              </a:tabLst>
            </a:pP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人きり：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menekankan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suasana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intim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situasi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tertutup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special (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berbagi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rahasia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&amp;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suasana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32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privat</a:t>
            </a:r>
            <a:r>
              <a:rPr lang="en-US" altLang="ja-JP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84790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4B8A8-00CE-CFF3-12FA-D37A68C6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FE0B-08F2-4F32-2D1F-32E0929BA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4EFB14-FF59-399B-97F5-B38E90C0514E}"/>
              </a:ext>
            </a:extLst>
          </p:cNvPr>
          <p:cNvSpPr txBox="1"/>
          <p:nvPr/>
        </p:nvSpPr>
        <p:spPr>
          <a:xfrm>
            <a:off x="89206" y="2119049"/>
            <a:ext cx="11604512" cy="440120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9063">
              <a:tabLst>
                <a:tab pos="576263" algn="l"/>
              </a:tabLst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Pemakaian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special yang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hanya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「きり」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9063">
              <a:tabLst>
                <a:tab pos="576263" algn="l"/>
              </a:tabLst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Aksi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berhenti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tetap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masa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lalu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9063">
              <a:tabLst>
                <a:tab pos="576263" algn="l"/>
              </a:tabLst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bentuknya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「～たきり」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「～ったきり」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artinya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melakukan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sesuatu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setelahnya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perubahan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lain.”&amp; 	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diganti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「だけ」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9063">
              <a:tabLst>
                <a:tab pos="576263" algn="l"/>
              </a:tabLst>
            </a:pP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9063">
              <a:tabLst>
                <a:tab pos="576263" algn="l"/>
              </a:tabLst>
            </a:pP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Contoh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</a:t>
            </a:r>
          </a:p>
          <a:p>
            <a:pPr marL="119063">
              <a:tabLst>
                <a:tab pos="576263" algn="l"/>
              </a:tabLst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a.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去年に会ったきり、連絡がない。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9063">
              <a:tabLst>
                <a:tab pos="576263" algn="l"/>
              </a:tabLst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Terakhir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ketemu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tahun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lalu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	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kontak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104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CAA9-B96D-0AF0-7539-B0876D8B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C6D0-37A3-6B3F-6519-7717B9B9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一人っきり</a:t>
            </a:r>
            <a:br>
              <a:rPr lang="en-US" altLang="ja-JP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6B6D62-FEF6-8D3A-4872-31CB639C91A0}"/>
              </a:ext>
            </a:extLst>
          </p:cNvPr>
          <p:cNvSpPr txBox="1"/>
          <p:nvPr/>
        </p:nvSpPr>
        <p:spPr>
          <a:xfrm>
            <a:off x="89206" y="2479996"/>
            <a:ext cx="11604512" cy="35394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19063">
              <a:tabLst>
                <a:tab pos="576263" algn="l"/>
              </a:tabLst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Luasnya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jangkauan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pemakaian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9063">
              <a:tabLst>
                <a:tab pos="576263" algn="l"/>
              </a:tabLst>
            </a:pP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9063">
              <a:tabLst>
                <a:tab pos="576263" algn="l"/>
              </a:tabLst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だけ：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dipakai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bebas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berbagai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pertikel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～でだけ、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	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～にだけ、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dll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 dan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konteks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luas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9063">
              <a:tabLst>
                <a:tab pos="576263" algn="l"/>
              </a:tabLst>
            </a:pP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9063">
              <a:tabLst>
                <a:tab pos="576263" algn="l"/>
              </a:tabLst>
            </a:pP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きり：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Kombinasi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dipakai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terbatas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dan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ungkapan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			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natural (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contoh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bilang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100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円だけ大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丈夫」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bilang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100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円きり大丈夫」。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922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368BC-BD6B-7631-3184-B8C349807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E16C255-00B8-2775-78B9-9DD86FABD1D0}"/>
              </a:ext>
            </a:extLst>
          </p:cNvPr>
          <p:cNvSpPr txBox="1"/>
          <p:nvPr/>
        </p:nvSpPr>
        <p:spPr>
          <a:xfrm>
            <a:off x="316205" y="26849"/>
            <a:ext cx="11559590" cy="667875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例文：</a:t>
            </a:r>
            <a:endParaRPr lang="en-US" altLang="ja-JP" sz="32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32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1. 2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人きりで話をしたいです。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Aku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ingin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berbicara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hanya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berdua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saja</a:t>
            </a:r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private,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intim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yang lain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jangan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ganggu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人だけで話をしたい。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Mau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ngomong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berdua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aja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: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menyingkirkan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lain. Misal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ada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5 orang,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ngomong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yg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lain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minggir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dulu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彼に会ったのは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回っきりです。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Bertemu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hanya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1 kali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saja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1150938" indent="-1150938"/>
            <a:endParaRPr lang="en-US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人生は一度きりです。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1150938" indent="-1150938"/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Hidup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hanya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sekali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saja</a:t>
            </a:r>
            <a:r>
              <a:rPr 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455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E90A-1524-415C-F217-F0EA899F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B659F-49AE-80CD-C46F-AB2CEF253D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5842" y="93721"/>
            <a:ext cx="3489158" cy="969963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人っきり</a:t>
            </a:r>
            <a:b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Alone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2B744-A5CA-A81D-92B0-793F02B249E0}"/>
              </a:ext>
            </a:extLst>
          </p:cNvPr>
          <p:cNvSpPr txBox="1"/>
          <p:nvPr/>
        </p:nvSpPr>
        <p:spPr>
          <a:xfrm>
            <a:off x="286651" y="1844517"/>
            <a:ext cx="11618697" cy="368940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私が今から（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言うの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言った）とおりに書いてください。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どうぞくつの（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きり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まま）、おはいりください。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テレビがつけっ（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ぱなし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まま）ですよ。見ないときは消してください。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一度（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きり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とおり）の人生を大切に生きる。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妹は電気を（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つける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つけた）まま寝ます。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97E4EC-50E3-F10D-5DD2-239F135EA5CA}"/>
              </a:ext>
            </a:extLst>
          </p:cNvPr>
          <p:cNvSpPr/>
          <p:nvPr/>
        </p:nvSpPr>
        <p:spPr>
          <a:xfrm>
            <a:off x="2381241" y="2017720"/>
            <a:ext cx="464316" cy="57307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1D0DCB-E074-B0E4-9B86-61B3C8B766E7}"/>
              </a:ext>
            </a:extLst>
          </p:cNvPr>
          <p:cNvSpPr/>
          <p:nvPr/>
        </p:nvSpPr>
        <p:spPr>
          <a:xfrm>
            <a:off x="3959288" y="2822047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173E99-8B29-C9F5-4117-069403579D0E}"/>
              </a:ext>
            </a:extLst>
          </p:cNvPr>
          <p:cNvSpPr/>
          <p:nvPr/>
        </p:nvSpPr>
        <p:spPr>
          <a:xfrm>
            <a:off x="3027955" y="3572809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44177C-FE61-465B-1C04-0688699FC9D1}"/>
              </a:ext>
            </a:extLst>
          </p:cNvPr>
          <p:cNvSpPr/>
          <p:nvPr/>
        </p:nvSpPr>
        <p:spPr>
          <a:xfrm>
            <a:off x="1524532" y="4305436"/>
            <a:ext cx="404642" cy="4480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07CCEE-BF5A-1826-CF4F-EBD051ABCB4A}"/>
              </a:ext>
            </a:extLst>
          </p:cNvPr>
          <p:cNvSpPr/>
          <p:nvPr/>
        </p:nvSpPr>
        <p:spPr>
          <a:xfrm>
            <a:off x="3959288" y="5034267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8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5062-6696-260A-CC28-C221E9F0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4B60-5B13-20A5-AE8C-98D438F9CB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5842" y="93721"/>
            <a:ext cx="3489158" cy="969963"/>
          </a:xfrm>
          <a:ln w="28575">
            <a:solidFill>
              <a:schemeClr val="tx1"/>
            </a:solidFill>
          </a:ln>
        </p:spPr>
        <p:txBody>
          <a:bodyPr/>
          <a:lstStyle/>
          <a:p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1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人っきり</a:t>
            </a:r>
            <a:b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</a:b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Alone</a:t>
            </a:r>
            <a:endParaRPr lang="en-US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073B2-1122-1E9C-ACFD-70D411C18F16}"/>
              </a:ext>
            </a:extLst>
          </p:cNvPr>
          <p:cNvSpPr txBox="1"/>
          <p:nvPr/>
        </p:nvSpPr>
        <p:spPr>
          <a:xfrm>
            <a:off x="286651" y="1844517"/>
            <a:ext cx="11618697" cy="368940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服を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______  ______  ____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★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____  ______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なさい。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1.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しないで　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ぬぎ　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かたづけ　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っぱなしに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日本は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_______  _______  _____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★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____ _______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国でしたか。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．とおりの　　２．書いて　　３．ガイドブックに　　４．あった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4698EA-6B48-DCE7-2A45-62C1697447FF}"/>
              </a:ext>
            </a:extLst>
          </p:cNvPr>
          <p:cNvSpPr/>
          <p:nvPr/>
        </p:nvSpPr>
        <p:spPr>
          <a:xfrm>
            <a:off x="1111241" y="2746810"/>
            <a:ext cx="464316" cy="57307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64F883-4399-D044-2C4B-846DBD444E39}"/>
              </a:ext>
            </a:extLst>
          </p:cNvPr>
          <p:cNvSpPr/>
          <p:nvPr/>
        </p:nvSpPr>
        <p:spPr>
          <a:xfrm>
            <a:off x="8544216" y="5014218"/>
            <a:ext cx="464316" cy="4996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2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5EF6-5DB1-34C9-C6C6-C9D80D2B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0BAC53-A5A4-2F2A-9C80-616F30D784EE}"/>
              </a:ext>
            </a:extLst>
          </p:cNvPr>
          <p:cNvSpPr txBox="1"/>
          <p:nvPr/>
        </p:nvSpPr>
        <p:spPr>
          <a:xfrm>
            <a:off x="2235200" y="1246909"/>
            <a:ext cx="76569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dirty="0"/>
              <a:t>ありがとうございました</a:t>
            </a:r>
            <a:endParaRPr lang="en-US" altLang="ja-JP" sz="4800" dirty="0"/>
          </a:p>
          <a:p>
            <a:pPr algn="ctr"/>
            <a:r>
              <a:rPr lang="ja-JP" altLang="en-US" sz="4800" dirty="0"/>
              <a:t>お疲れさまでした。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10295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{491E0298-B5F5-4E2C-9817-06A003FC74C7}TF422d6a94-b412-4b4b-8b36-ccdb9da8dac8d8130915_win32-3b4bd71c511d</Template>
  <TotalTime>438</TotalTime>
  <Words>1718</Words>
  <Application>Microsoft Office PowerPoint</Application>
  <PresentationFormat>Widescreen</PresentationFormat>
  <Paragraphs>161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UD Digi Kyokasho N</vt:lpstr>
      <vt:lpstr>Arial</vt:lpstr>
      <vt:lpstr>Calibri</vt:lpstr>
      <vt:lpstr>Century Gothic</vt:lpstr>
      <vt:lpstr>Wingdings 2</vt:lpstr>
      <vt:lpstr>Quotable_win32_v2</vt:lpstr>
      <vt:lpstr>PowerPoint Presentation</vt:lpstr>
      <vt:lpstr>一人っきり sendirian</vt:lpstr>
      <vt:lpstr>PowerPoint Presentation</vt:lpstr>
      <vt:lpstr>PowerPoint Presentation</vt:lpstr>
      <vt:lpstr>一人っきり sendirian</vt:lpstr>
      <vt:lpstr>一人っきり sendirian</vt:lpstr>
      <vt:lpstr>一人っきり sendirian</vt:lpstr>
      <vt:lpstr>一人っきり sendirian</vt:lpstr>
      <vt:lpstr>一人っきり sendirian</vt:lpstr>
      <vt:lpstr>PowerPoint Presentation</vt:lpstr>
      <vt:lpstr>PowerPoint Presentation</vt:lpstr>
      <vt:lpstr>一人っきり sendirian</vt:lpstr>
      <vt:lpstr>一人っきり sendirian</vt:lpstr>
      <vt:lpstr>一人っきり sendirian</vt:lpstr>
      <vt:lpstr>一人っきり sendirian</vt:lpstr>
      <vt:lpstr>一人っきり sendirian</vt:lpstr>
      <vt:lpstr>PowerPoint Presentation</vt:lpstr>
      <vt:lpstr>1人っきり Alone</vt:lpstr>
      <vt:lpstr>1人っきり Alone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Febriana Ardiyawati</dc:creator>
  <cp:lastModifiedBy>Febriana Ardiyawati</cp:lastModifiedBy>
  <cp:revision>11</cp:revision>
  <dcterms:created xsi:type="dcterms:W3CDTF">2026-09-28T02:45:32Z</dcterms:created>
  <dcterms:modified xsi:type="dcterms:W3CDTF">2026-10-06T14:33:19Z</dcterms:modified>
</cp:coreProperties>
</file>