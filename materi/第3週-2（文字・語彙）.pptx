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308" r:id="rId4"/>
    <p:sldId id="309" r:id="rId5"/>
    <p:sldId id="310" r:id="rId6"/>
    <p:sldId id="311" r:id="rId7"/>
    <p:sldId id="266" r:id="rId8"/>
    <p:sldId id="267" r:id="rId9"/>
    <p:sldId id="268" r:id="rId10"/>
    <p:sldId id="265" r:id="rId11"/>
    <p:sldId id="274" r:id="rId12"/>
    <p:sldId id="312" r:id="rId13"/>
    <p:sldId id="313" r:id="rId14"/>
    <p:sldId id="314" r:id="rId15"/>
    <p:sldId id="315" r:id="rId16"/>
    <p:sldId id="316" r:id="rId17"/>
    <p:sldId id="317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00"/>
    <a:srgbClr val="C88800"/>
    <a:srgbClr val="003400"/>
    <a:srgbClr val="005E00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0" autoAdjust="0"/>
    <p:restoredTop sz="81775" autoAdjust="0"/>
  </p:normalViewPr>
  <p:slideViewPr>
    <p:cSldViewPr snapToGrid="0">
      <p:cViewPr varScale="1">
        <p:scale>
          <a:sx n="89" d="100"/>
          <a:sy n="89" d="100"/>
        </p:scale>
        <p:origin x="19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37AA0-297A-46C8-A965-398882F7ECF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761F4-8F4F-44F9-8A99-E553B2018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7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D05F-75DA-511F-9968-41BB1D8B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C7CD-C1F8-9742-46CB-EF79D2A3D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0777E-6E93-F9C4-C3C2-29260CBCA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FB26-E153-AA95-AFBA-465ABBF49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4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DF7D-2883-6500-6939-FC87FB4E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D9C2F-1366-ADF0-5323-2C8A52001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99662-C30C-4B9B-82DD-248D8518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6453E-95B7-5AE7-BDDC-9E56CA4BC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0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92E6-869C-1E52-EC1A-D9D0D38D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68848-2562-4061-63E1-65391DB2A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48B18-F836-6189-DAD1-0D5D5B126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C7FB7-4E65-B70F-6A0D-35159237D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6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B46A-08D4-6DAB-B93D-65E52BF8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3B1AC-CAB3-79B4-17BC-C9C87E989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E6602-5CA8-0168-590E-E4EF3D16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9886E-479F-A64E-E1C7-799837BD8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C912-2A83-7B83-A558-51FBB389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4FABD-AA93-C01F-332D-65ADDA5E2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BC653-85A7-3D52-DB3A-DC53BACF8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5D039-9D95-ECFF-52C8-979121AAB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24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A41D-6711-4479-FD80-DD2E2111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7139D-24FD-A41B-946B-7DC4B7146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42B27-2349-A0CA-DD3B-961E4C3D9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3186-A5D7-2EFB-B5E7-39C289F66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93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B49E-FDEF-820C-6122-CA781452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5C7B7-BAEE-B0BD-0852-BF41FDEAC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CB9BE-3F48-6C39-3FDB-D157A98D6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920B-4C6D-92A0-9AEB-29B4FF433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6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894A-7EB6-B5F4-798C-4FF3D1C5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1CB7-E346-C8E4-22E3-54E2FE83B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8C84-FCD2-A7D1-1666-BCA096473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94D13-DE50-08B9-BDB0-3D362AA40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38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ED8B-A7E7-4774-9584-B6DBEEA5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0BCC0-3CFD-45D0-495C-82EE55947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9E7B9-EBD1-B76D-3D40-F40E31D7F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B88AE-A5DE-7763-F95E-C32167834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58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74E6-8964-FBF8-1AC3-63439148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294F5-CBDF-2995-BABA-7E9204F12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8152F-31EA-3924-00A4-AED625188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50157-1A67-DDD1-04C3-EDB4C7A79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81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6B3B-781F-0802-8002-5FECE24D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DAA4B-F64D-A290-52FA-C3CAA72BE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0A449-58A1-8BF4-980A-5C43A03C4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期限　：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limit 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kapan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限度 　：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limit 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kemampuan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berapa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seberapa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9A28-F86E-203D-957F-1AB731126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46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0AA2-B776-EBF0-240C-CB34FA89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4E85-7B1F-9545-E891-2F6DB0649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4B0F3-97CD-E772-F0C6-94CC4149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979DE-6DFC-24D0-CD0E-B8384FAFC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19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695C-9927-F6C6-1FD2-75B4BF97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64EEB-46E8-218B-3BB4-2A235D08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76411-C007-DBC3-106F-0B9E89C4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04A5-2B56-9FB8-6838-8350FB939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5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F596-4CFD-C565-3D77-4FFB53CD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90C20-E997-CE44-2822-0B4AEEF48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1E831-CAE9-1B7F-087A-04168F454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2CA9D-0A06-9B9D-59A4-827B0A344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45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B9E1-83A9-46A7-2830-14F2770A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6BAEA-636C-071B-BC8B-9182CD507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5315-D75D-9346-1028-6F9A54482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9E734-8D84-44AC-8807-98ECC2A1B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16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6742-5382-6279-0C5C-B6DBEA06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43866-5F2E-8126-C7CC-083D25FC1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14472-3580-210D-C04F-CF143EC9B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製造年月日　せいぞうねんがっぴ</a:t>
            </a:r>
            <a:endParaRPr lang="en-US" altLang="ja-JP" sz="1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dirty="0"/>
              <a:t>消費期限：</a:t>
            </a:r>
            <a:r>
              <a:rPr lang="en-US" altLang="ja-JP" dirty="0"/>
              <a:t>Best before</a:t>
            </a:r>
          </a:p>
          <a:p>
            <a:r>
              <a:rPr lang="ja-JP" altLang="en-US" dirty="0"/>
              <a:t>賞味期限：</a:t>
            </a:r>
            <a:r>
              <a:rPr lang="en-US" altLang="ja-JP" dirty="0"/>
              <a:t>expired</a:t>
            </a:r>
          </a:p>
          <a:p>
            <a:r>
              <a:rPr lang="en-US" dirty="0"/>
              <a:t>Limited Time Only</a:t>
            </a:r>
            <a:r>
              <a:rPr lang="ja-JP" altLang="en-US" dirty="0"/>
              <a:t>　期間限定</a:t>
            </a:r>
            <a:endParaRPr lang="en-US" altLang="ja-JP" dirty="0"/>
          </a:p>
          <a:p>
            <a:r>
              <a:rPr lang="ja-JP" altLang="en-US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同窓会　どうそうかい　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Class reunion</a:t>
            </a:r>
          </a:p>
          <a:p>
            <a:r>
              <a:rPr lang="ja-JP" altLang="en-US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優勝　ゆうしょう</a:t>
            </a:r>
            <a:r>
              <a:rPr lang="en-US" altLang="ja-JP" sz="1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kemenangan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7BE9D-B1DC-B00C-A54A-657F18BE6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20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52AE-2193-5180-869F-845E2A6B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C0532-E6D7-E234-1625-8E6473A27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F26F5-018E-8D58-464F-B74B1A3C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B0C1-66E2-C6A0-C340-245C0D941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5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23EDA-1549-DC98-DDBB-A34A67F2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C1FB9-BBBE-BB98-0850-7B72E6BF3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90059-B459-ADD9-4963-D633E741D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BB5E-593B-E7C0-1DFB-AE75FAA62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56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409D-93DA-A4A0-F932-D8AC3FD3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1B806-A535-360E-D47C-BFD981E17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7B05C-CAFE-5B35-20F4-9974CA3B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E88A3-20A7-F172-B916-1EAB1121E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5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56BB-C1CD-35A2-8C9E-DEA07407B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493B-C858-A258-A4C1-F24B5DAF7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7E43-C102-EE3D-98C3-B0E8C9F9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C7C6C-DF1B-847C-45E2-103E2D26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04B1F-53B2-F713-9ED4-618F83E3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1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CE77-EC23-2B99-210A-D9CE13DE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D6F1-D6E2-3532-6F98-F4CC62964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F64A-1164-84DF-E78E-8EB688AB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8C2A-CB7E-75E2-0514-EF601BB0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4A49-0923-E612-F2EA-BB987B49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6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671D-7EAE-BC28-C648-011913C6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E5C73-BAF6-D4F1-E953-D7362D522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668A-3678-4D00-8CEC-F3689C38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98A65-0334-A5B4-CCEF-BD3190CC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EAED-C91D-A4A1-46EE-622F8D84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3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CA75-2B54-1715-CD59-6DB02AB5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3805-7262-6A07-8FB1-A0F88E9D1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5EE40-2D96-6108-F138-08B20D4F9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7518F-533E-2F68-693B-EF967885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8790B-CADD-A363-1CDD-E259379B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AC32-CD03-8419-281D-0FEA6DDF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5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E6FA-8669-CD9E-8648-973D4157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BBFB1-0641-D429-8A3F-A460A3CD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4A095-6315-BEB1-00B3-81A695886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7DAAF-957E-65F2-F223-B4290122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7760B-0A25-AA61-8F79-64564FAC5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1C34F-82E5-C72C-9037-62FFAD55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9177D-FAF2-CEF5-5864-60F7C345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38EF5-EC9F-A97B-CAC8-53A409EB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C709-7164-B99F-FEDE-9F6C1FEB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B12E7-3368-C37F-98AE-1305F3A1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46196-8FB4-5163-F498-45666006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BFB22-3BF4-8DF7-6B83-A82284BB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8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36F2C-84ED-C34E-7896-04FFF489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88783-4D7D-469A-C7CF-E3CA593C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23AE-7380-C142-9ED5-27721D7C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9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E571-6343-EB9D-9A55-063BFF88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4F99-362D-EC56-BDF0-8625F7E2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261C8-04CC-3DEC-5001-6E16B17D0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CE0AA-FFA2-7075-6EDE-C4BEDF6E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BFA8A-946A-709D-CDA1-1379EDC8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7227A-8735-CFB2-FE24-0F344B2E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9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B082-AB88-A5E8-B612-8983C6E7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4D24E-E6A7-D363-14C1-0609F76D4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04F83-02B9-1695-C188-BE003C155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60684-D236-A891-EE22-1EB2AC02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DF722-5CBF-B0CB-A8DD-55FE495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7AE2D-C1B9-F0FD-2261-A09B9BE2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1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9377-43EB-2F7F-8943-904A8C56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02A42-87BA-12C4-8E83-0969FF503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D5A16-745B-8F19-447E-285056B1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D0A40-B48B-AA4D-83F3-E8527A1A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94CDD-5E08-A297-1749-1EBF9110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A8533-EB84-6D39-5301-9958DB805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4B69C-C912-8F9D-384F-869E8948A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1CC17-B956-4EA5-9C0F-684A196F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2E30-E4F4-FB0B-629F-AB1BE723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D2F1D-A49C-4081-E442-A3DD180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6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85627-5EEE-A786-645D-E14A9AD8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148A5-6A9C-FA41-209D-22D16865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95AC-3157-9368-FF0F-F2A671580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752CC-73AC-444D-AA19-80927B727BA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D9D9-3AD9-306F-125F-C6A614EEC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FDED-4BAF-771C-4677-E1F7D2692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0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E65780-57CB-FC4F-44AE-6607E267C6FD}"/>
              </a:ext>
            </a:extLst>
          </p:cNvPr>
          <p:cNvSpPr txBox="1"/>
          <p:nvPr/>
        </p:nvSpPr>
        <p:spPr>
          <a:xfrm>
            <a:off x="651163" y="2032000"/>
            <a:ext cx="10889673" cy="26468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ja-JP" altLang="en-US" sz="1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語彙</a:t>
            </a:r>
            <a:endParaRPr lang="en-US" sz="1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031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4CF6-9C29-074B-3466-7AECBC06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30AD05-AE6B-442F-162F-E1EBD1F112E8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41832-F710-3F0E-AB49-42A1A8B31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34" y="1414181"/>
            <a:ext cx="10612331" cy="402963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DEC3A1-1F73-735D-3AF0-6432C9258A7B}"/>
              </a:ext>
            </a:extLst>
          </p:cNvPr>
          <p:cNvSpPr txBox="1"/>
          <p:nvPr/>
        </p:nvSpPr>
        <p:spPr>
          <a:xfrm>
            <a:off x="1255275" y="2431229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Dahi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ABD5E-8FB1-D201-7633-EA01D10CC7A5}"/>
              </a:ext>
            </a:extLst>
          </p:cNvPr>
          <p:cNvSpPr txBox="1"/>
          <p:nvPr/>
        </p:nvSpPr>
        <p:spPr>
          <a:xfrm>
            <a:off x="955854" y="3121222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Bulu Mata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7F500-EC48-30A3-5FC3-C9D88BD850ED}"/>
              </a:ext>
            </a:extLst>
          </p:cNvPr>
          <p:cNvSpPr txBox="1"/>
          <p:nvPr/>
        </p:nvSpPr>
        <p:spPr>
          <a:xfrm>
            <a:off x="1255275" y="3869469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6F376-0FD3-5EB1-DA41-853FD4C7C51D}"/>
              </a:ext>
            </a:extLst>
          </p:cNvPr>
          <p:cNvSpPr txBox="1"/>
          <p:nvPr/>
        </p:nvSpPr>
        <p:spPr>
          <a:xfrm>
            <a:off x="1255275" y="4949424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Kalung</a:t>
            </a:r>
            <a:endParaRPr lang="en-US" sz="1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E8452-0630-1653-8471-ABC0B1988F9E}"/>
              </a:ext>
            </a:extLst>
          </p:cNvPr>
          <p:cNvSpPr txBox="1"/>
          <p:nvPr/>
        </p:nvSpPr>
        <p:spPr>
          <a:xfrm>
            <a:off x="6095999" y="2123452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3DF9E-45EF-7354-D0A1-CE02D3824AD2}"/>
              </a:ext>
            </a:extLst>
          </p:cNvPr>
          <p:cNvSpPr txBox="1"/>
          <p:nvPr/>
        </p:nvSpPr>
        <p:spPr>
          <a:xfrm>
            <a:off x="5957943" y="2967333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Kelopak</a:t>
            </a:r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1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mata</a:t>
            </a:r>
            <a:endParaRPr lang="en-US" sz="1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64A109-7AEB-97D6-FC38-B40ED3C9C616}"/>
              </a:ext>
            </a:extLst>
          </p:cNvPr>
          <p:cNvSpPr txBox="1"/>
          <p:nvPr/>
        </p:nvSpPr>
        <p:spPr>
          <a:xfrm>
            <a:off x="6095999" y="3984381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4E6B5-6A04-D4EE-9404-C26E943549CE}"/>
              </a:ext>
            </a:extLst>
          </p:cNvPr>
          <p:cNvSpPr txBox="1"/>
          <p:nvPr/>
        </p:nvSpPr>
        <p:spPr>
          <a:xfrm>
            <a:off x="5957943" y="5136041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Bibir</a:t>
            </a:r>
            <a:endParaRPr lang="en-US" sz="1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1003E-7871-8B78-57CA-4A5EA35619DB}"/>
              </a:ext>
            </a:extLst>
          </p:cNvPr>
          <p:cNvSpPr txBox="1"/>
          <p:nvPr/>
        </p:nvSpPr>
        <p:spPr>
          <a:xfrm>
            <a:off x="9649609" y="2277340"/>
            <a:ext cx="152019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Ikat </a:t>
            </a:r>
            <a:r>
              <a:rPr lang="en-US" sz="1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pinggang</a:t>
            </a:r>
            <a:endParaRPr lang="en-US" sz="1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B7838-5F66-3956-CF4D-BF990EB605E5}"/>
              </a:ext>
            </a:extLst>
          </p:cNvPr>
          <p:cNvSpPr txBox="1"/>
          <p:nvPr/>
        </p:nvSpPr>
        <p:spPr>
          <a:xfrm>
            <a:off x="9253369" y="4292158"/>
            <a:ext cx="206367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パンツ</a:t>
            </a:r>
            <a:r>
              <a:rPr lang="en-US" altLang="ja-JP" sz="1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 </a:t>
            </a:r>
            <a:r>
              <a:rPr lang="en-US" altLang="ja-JP" sz="16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disebut</a:t>
            </a:r>
            <a:r>
              <a:rPr lang="en-US" altLang="ja-JP" sz="1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6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1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16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celana</a:t>
            </a:r>
            <a:r>
              <a:rPr lang="en-US" altLang="ja-JP" sz="1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Panjang.</a:t>
            </a:r>
            <a:endParaRPr lang="en-US" sz="1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19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40BB-A866-94E8-DC26-7474CB71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7B259A-277B-56DA-2962-4C6AA4F158F2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77E25-04AA-444D-8C27-7F524160887F}"/>
              </a:ext>
            </a:extLst>
          </p:cNvPr>
          <p:cNvSpPr txBox="1"/>
          <p:nvPr/>
        </p:nvSpPr>
        <p:spPr>
          <a:xfrm>
            <a:off x="333487" y="1237129"/>
            <a:ext cx="11295529" cy="203132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支度（したく）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Persiapan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Bersiap-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siap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Bersiap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pergi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朝の支度をする。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Siap-siap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浴びます（あびます）：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Mandi,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Menyiram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Mengguyur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朝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8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時にシャワーを浴びる。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Mandi jam 8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DAB600-A402-6D90-8B98-A7A356B66BA1}"/>
              </a:ext>
            </a:extLst>
          </p:cNvPr>
          <p:cNvSpPr txBox="1"/>
          <p:nvPr/>
        </p:nvSpPr>
        <p:spPr>
          <a:xfrm>
            <a:off x="333486" y="3448799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下着（したぎ）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上着（うわぎ）：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Jaket, Jas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→寒いので上着を一枚羽織った（はおった）。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Karena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cuaca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dingin,saya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sehelai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jaket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→旅行のために新しい下着を何枚か用意した。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Saya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menyiapkan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beberapa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helai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keperluan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perjalanan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7A2615-BE81-75D4-DA37-2EE17765E92E}"/>
              </a:ext>
            </a:extLst>
          </p:cNvPr>
          <p:cNvSpPr txBox="1"/>
          <p:nvPr/>
        </p:nvSpPr>
        <p:spPr>
          <a:xfrm>
            <a:off x="333486" y="5383470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結ぶ（むすぶ）　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Mengikat,Menyatukan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ほどく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Melepas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Mengurai,Membuka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ikatan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ネクタイを結ぶ。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Memasang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Mengikat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くつひもをほどく。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Melepas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ikatan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Sepatu.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064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1CB5-7873-2596-3227-8087EF89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E21174-22C7-20F3-A12D-E0BD23C14CB1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41636-11FA-F845-BDCA-6A7095855493}"/>
              </a:ext>
            </a:extLst>
          </p:cNvPr>
          <p:cNvSpPr txBox="1"/>
          <p:nvPr/>
        </p:nvSpPr>
        <p:spPr>
          <a:xfrm>
            <a:off x="333487" y="1237129"/>
            <a:ext cx="11295529" cy="203132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磨きます（みがきます）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(Verb) 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Menggosok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Menyikat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歯磨き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(Noun)		       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Menggosok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gigi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毎晩、寝る前に歯を磨くように子供に教えています。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Mengajarkan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agar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menyikat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gigi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sebelum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tidur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malam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粉をつける（こをつける）：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Mengoleskan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pasta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sikat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*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Meskipun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menggunakan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kanji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「粉」（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bubuk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maksudnya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pasta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odol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1F9A2-5A51-6863-34AF-0D3BEC67C6CD}"/>
              </a:ext>
            </a:extLst>
          </p:cNvPr>
          <p:cNvSpPr txBox="1"/>
          <p:nvPr/>
        </p:nvSpPr>
        <p:spPr>
          <a:xfrm>
            <a:off x="333487" y="3501095"/>
            <a:ext cx="11295529" cy="28623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剃る（そる）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Mencukur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pisau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silet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cukur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→ひげをそる。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Mencukur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jenggot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とく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とかす　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Menyisir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髪をとかす。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髪をとく。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4488" indent="-344488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Sama-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menyisir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rambut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とかす：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formal dan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Kesan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pelan-pelan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disisir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bawah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とく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casual dan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kesannya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kusut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とく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45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2D1A-B82A-6EC1-B600-65760C2D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9EC5D-4162-B5B1-A7FF-F61A0AE0C529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0253D-4C91-C897-5992-AF9E046F48A6}"/>
              </a:ext>
            </a:extLst>
          </p:cNvPr>
          <p:cNvSpPr txBox="1"/>
          <p:nvPr/>
        </p:nvSpPr>
        <p:spPr>
          <a:xfrm>
            <a:off x="333487" y="1237129"/>
            <a:ext cx="11295529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化粧（けしょ）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Make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化粧をする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Dandan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15036-826D-F083-2BC3-E23A1FCC82AB}"/>
              </a:ext>
            </a:extLst>
          </p:cNvPr>
          <p:cNvSpPr txBox="1"/>
          <p:nvPr/>
        </p:nvSpPr>
        <p:spPr>
          <a:xfrm>
            <a:off x="333485" y="2083598"/>
            <a:ext cx="11295529" cy="147732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口紅（くせべに）を塗る（ぬる）→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Mengoles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Memulaskan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lipstik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		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*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gerakannya.Tangannya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mengles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bibir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口紅をつける。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lipstik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				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				    *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penampilanya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Kesannya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hasilnya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bibirnya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    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berwarna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warna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lipstik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C494F-FD84-EC4A-82FD-CB24209D2C18}"/>
              </a:ext>
            </a:extLst>
          </p:cNvPr>
          <p:cNvSpPr txBox="1"/>
          <p:nvPr/>
        </p:nvSpPr>
        <p:spPr>
          <a:xfrm>
            <a:off x="333484" y="3761064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着替える（きがえる）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Ganti baju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着替え（きがえ）（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Noun)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Baju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ganti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→あせをかいたので、新しいシャツに着替える。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Ganti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kemeja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berkeringat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01AE-4E3F-6DE4-E3E7-99EC8141DF69}"/>
              </a:ext>
            </a:extLst>
          </p:cNvPr>
          <p:cNvSpPr txBox="1"/>
          <p:nvPr/>
        </p:nvSpPr>
        <p:spPr>
          <a:xfrm>
            <a:off x="333483" y="5161531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おしゃれをする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Dandan/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berpenampilan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stylish/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→今日はおしゃれをして出かけよう。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dandan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jalan-jalan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おしゃれな人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modis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/fashionable.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彼はおしゃれな人ですね。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modis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3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C5E8-4966-8E74-1A2A-83EFD61B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B0268-A691-2CC0-74A1-0631B30E3006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9E45D-6357-C372-2E9D-3E96457402FC}"/>
              </a:ext>
            </a:extLst>
          </p:cNvPr>
          <p:cNvSpPr txBox="1"/>
          <p:nvPr/>
        </p:nvSpPr>
        <p:spPr>
          <a:xfrm>
            <a:off x="160386" y="986318"/>
            <a:ext cx="11295529" cy="28623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マフラー　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Syal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マフラーを巻く（まく）。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Menggulung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Melilitkan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syal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defTabSz="569913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→寒いからマフラーを巻いて行きなさい。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defTabSz="569913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dingin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lilit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syal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silahkan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 defTabSz="569913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マフラーをする。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defTabSz="569913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→今日はマフラーをしてるね、おしゃれだね。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defTabSz="569913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syal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defTabSz="569913"/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4763" defTabSz="569913">
              <a:buFont typeface="Wingdings" panose="05000000000000000000" pitchFamily="2" charset="2"/>
              <a:buChar char="v"/>
              <a:tabLst>
                <a:tab pos="623888" algn="l"/>
              </a:tabLst>
            </a:pP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巻く　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spesifik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cara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melilitkannya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4763" defTabSz="569913">
              <a:buFont typeface="Wingdings" panose="05000000000000000000" pitchFamily="2" charset="2"/>
              <a:buChar char="v"/>
              <a:tabLst>
                <a:tab pos="623888" algn="l"/>
              </a:tabLst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する　：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sekedar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25D87-81B6-EABA-09D7-7BA0014AB6AC}"/>
              </a:ext>
            </a:extLst>
          </p:cNvPr>
          <p:cNvSpPr txBox="1"/>
          <p:nvPr/>
        </p:nvSpPr>
        <p:spPr>
          <a:xfrm>
            <a:off x="160386" y="4021781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てぶくろをはめる。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Sarung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tangan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指輪（ゆびわ）をはめる。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cincin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はめる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(Kalau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melingkar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ngepas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てぶくろをする。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Agak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aneh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natural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menggunakan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はめる。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指輪（ゆびわ）をする。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paling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する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aksesoris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4630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37EE-3CD8-D82B-EDC9-30A2A545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43E635-20E4-0116-6EFF-1E6066750A4B}"/>
              </a:ext>
            </a:extLst>
          </p:cNvPr>
          <p:cNvSpPr txBox="1"/>
          <p:nvPr/>
        </p:nvSpPr>
        <p:spPr>
          <a:xfrm>
            <a:off x="414907" y="380854"/>
            <a:ext cx="11362186" cy="590539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「白いマフラーを（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しめている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巻いている）あの子、かわいいね。」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ぼくはお風呂に入ったときにへげを（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そります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ときます）。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シャワーを、（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浴びて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入って）から出かけます。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くつのひもをむすんだり（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ほどいたり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みがいたり）するのは、めんどうくさい。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「田中さんはいつもすてきな服を着ていて（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きがえ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おしゃれ）が上手ね。」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赤い口紅を（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ぬる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まく）。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7F3BA7-1E98-4851-730F-6878C25BCF87}"/>
              </a:ext>
            </a:extLst>
          </p:cNvPr>
          <p:cNvSpPr/>
          <p:nvPr/>
        </p:nvSpPr>
        <p:spPr>
          <a:xfrm>
            <a:off x="5834231" y="649289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5B4316-ED6F-38A1-B18B-506428EB8487}"/>
              </a:ext>
            </a:extLst>
          </p:cNvPr>
          <p:cNvSpPr/>
          <p:nvPr/>
        </p:nvSpPr>
        <p:spPr>
          <a:xfrm>
            <a:off x="5836118" y="136048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639D88-E3E8-5F2E-B6F7-96BB2BC18081}"/>
              </a:ext>
            </a:extLst>
          </p:cNvPr>
          <p:cNvSpPr/>
          <p:nvPr/>
        </p:nvSpPr>
        <p:spPr>
          <a:xfrm>
            <a:off x="2911171" y="210718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90547-5351-F92C-8023-802C9F369269}"/>
              </a:ext>
            </a:extLst>
          </p:cNvPr>
          <p:cNvSpPr/>
          <p:nvPr/>
        </p:nvSpPr>
        <p:spPr>
          <a:xfrm>
            <a:off x="4478767" y="2890792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9EB035-8E71-0EBB-1A47-D11AABD35F11}"/>
              </a:ext>
            </a:extLst>
          </p:cNvPr>
          <p:cNvSpPr/>
          <p:nvPr/>
        </p:nvSpPr>
        <p:spPr>
          <a:xfrm>
            <a:off x="8359258" y="4260809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73AE0C-7205-FC48-2539-665CEA14E2E5}"/>
              </a:ext>
            </a:extLst>
          </p:cNvPr>
          <p:cNvSpPr/>
          <p:nvPr/>
        </p:nvSpPr>
        <p:spPr>
          <a:xfrm>
            <a:off x="2566926" y="578726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8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D7C3-ECCF-27CF-98E0-9204046E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ABA1E-1CF8-F508-40D8-33619F303407}"/>
              </a:ext>
            </a:extLst>
          </p:cNvPr>
          <p:cNvSpPr txBox="1"/>
          <p:nvPr/>
        </p:nvSpPr>
        <p:spPr>
          <a:xfrm>
            <a:off x="414907" y="1470804"/>
            <a:ext cx="11362186" cy="442807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①　歯ブラシに歯みがき粉を（　　　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つける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むすぶ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②　「この子はまだ小さいから、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人でてぶくろを（　　　）んですよ。」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ほどけない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はけない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</a:t>
            </a: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きれない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はめられない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333690-0FCC-6F62-3259-A9B6246E6486}"/>
              </a:ext>
            </a:extLst>
          </p:cNvPr>
          <p:cNvSpPr/>
          <p:nvPr/>
        </p:nvSpPr>
        <p:spPr>
          <a:xfrm>
            <a:off x="3963813" y="245488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2FBD10-4816-CA9F-4026-55BD226276D5}"/>
              </a:ext>
            </a:extLst>
          </p:cNvPr>
          <p:cNvSpPr/>
          <p:nvPr/>
        </p:nvSpPr>
        <p:spPr>
          <a:xfrm>
            <a:off x="6668165" y="5387196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F7360-AACF-81F8-B674-514BFA303A69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したくをしましょう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Bersiap!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88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2456-DE6F-FF04-4188-CDA0F47F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0DC3E9-A883-9E41-69AB-3B84B693CA1D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電車に乗りましょう②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C4578-547D-50FA-4018-F3D4B00FA0CD}"/>
              </a:ext>
            </a:extLst>
          </p:cNvPr>
          <p:cNvSpPr txBox="1"/>
          <p:nvPr/>
        </p:nvSpPr>
        <p:spPr>
          <a:xfrm>
            <a:off x="482284" y="1894316"/>
            <a:ext cx="11362186" cy="239411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ありがとうございました。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漢字へ続きましょ！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88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B39E-C2F7-9583-3702-A9EF9D2B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402AC0-81E8-E1BD-9496-CD9F3E516A3F}"/>
              </a:ext>
            </a:extLst>
          </p:cNvPr>
          <p:cNvSpPr txBox="1"/>
          <p:nvPr/>
        </p:nvSpPr>
        <p:spPr>
          <a:xfrm>
            <a:off x="651163" y="2032000"/>
            <a:ext cx="10889673" cy="26468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ja-JP" altLang="en-US" sz="1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漢字</a:t>
            </a:r>
            <a:endParaRPr lang="en-US" sz="1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723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2EC0-9BF6-906F-E2A1-BC552133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C33680-2F2F-0A2A-E9D4-80B66D075418}"/>
              </a:ext>
            </a:extLst>
          </p:cNvPr>
          <p:cNvSpPr txBox="1"/>
          <p:nvPr/>
        </p:nvSpPr>
        <p:spPr>
          <a:xfrm>
            <a:off x="4359472" y="800017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・ひ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C9A27-FD70-B073-55A1-2C7AC606901D}"/>
              </a:ext>
            </a:extLst>
          </p:cNvPr>
          <p:cNvSpPr txBox="1"/>
          <p:nvPr/>
        </p:nvSpPr>
        <p:spPr>
          <a:xfrm>
            <a:off x="4359472" y="1413658"/>
            <a:ext cx="7568327" cy="15696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費用（ひよう）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Ongkos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旅費（りょひ）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perjalanan,Uang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jalan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消費者（しょうひしゃ）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Pembeli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konsumen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会費（かいひ）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Iuran, membership fee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87694-EC09-6F1B-77F1-166B58F3F080}"/>
              </a:ext>
            </a:extLst>
          </p:cNvPr>
          <p:cNvSpPr txBox="1"/>
          <p:nvPr/>
        </p:nvSpPr>
        <p:spPr>
          <a:xfrm>
            <a:off x="4359472" y="3135294"/>
            <a:ext cx="7568327" cy="353943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テニスサークルの会費を毎月払っている。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membayar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member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klub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tenis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新しいじぎょうを始めるには、かなりの費用がかかる。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Kita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memerlukan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cukup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besar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memulai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bisnis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B446D-C528-42C6-476E-FDE45C8213DF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EFFDA-9B19-D444-B365-B77F0C244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1" y="1413658"/>
            <a:ext cx="3917759" cy="391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3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F4E8-A780-1076-7094-C1FAA355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0F8C364-599C-D1A2-7BF6-5CD02BE22B6A}"/>
              </a:ext>
            </a:extLst>
          </p:cNvPr>
          <p:cNvSpPr txBox="1"/>
          <p:nvPr/>
        </p:nvSpPr>
        <p:spPr>
          <a:xfrm>
            <a:off x="4359472" y="800017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ADAC8-8B14-F145-B5E5-0E65A8A8FB43}"/>
              </a:ext>
            </a:extLst>
          </p:cNvPr>
          <p:cNvSpPr txBox="1"/>
          <p:nvPr/>
        </p:nvSpPr>
        <p:spPr>
          <a:xfrm>
            <a:off x="4359472" y="1413658"/>
            <a:ext cx="7568327" cy="15696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期間（きかん）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Jangka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durasi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長期（ちょうき）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Jangka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panjang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定期券（ていきけん）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Tiket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短期（たんき）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Jangka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pendek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886AF-03D9-487F-99A3-E07AFA9E77D3}"/>
              </a:ext>
            </a:extLst>
          </p:cNvPr>
          <p:cNvSpPr txBox="1"/>
          <p:nvPr/>
        </p:nvSpPr>
        <p:spPr>
          <a:xfrm>
            <a:off x="4359472" y="3135294"/>
            <a:ext cx="7568327" cy="26776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キャンペーンの期間は一週間です。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Periode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kampanye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minggu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これは長期にわたるプロジェクトです。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projek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berlangsung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jangka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Panjang.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E6D8E-A066-AE2B-DC11-8006F0FFFE1E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C1987-920A-5AD3-F385-A9A2ECAB2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1" y="1596325"/>
            <a:ext cx="3937049" cy="39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5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3D69-A743-CD7D-C7D6-E021790C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4975D6-614D-C2F5-2EB7-F3D2924515B1}"/>
              </a:ext>
            </a:extLst>
          </p:cNvPr>
          <p:cNvSpPr txBox="1"/>
          <p:nvPr/>
        </p:nvSpPr>
        <p:spPr>
          <a:xfrm>
            <a:off x="4359472" y="800017"/>
            <a:ext cx="2481072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・かぎ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・げん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8B62F-D706-12A9-B9C2-B47B796EDD49}"/>
              </a:ext>
            </a:extLst>
          </p:cNvPr>
          <p:cNvSpPr txBox="1"/>
          <p:nvPr/>
        </p:nvSpPr>
        <p:spPr>
          <a:xfrm>
            <a:off x="4359471" y="1811146"/>
            <a:ext cx="7568327" cy="15696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期限（きげん）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Batas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waktu,Masa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berlaku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限る（かぎる）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Membatasi,terbatas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</a:t>
            </a: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限度（げんど）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Batas, limit</a:t>
            </a: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限定（げんてい）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Terbatas,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eksklusif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F7DCE-8747-EBF9-D98D-E88E496CF35C}"/>
              </a:ext>
            </a:extLst>
          </p:cNvPr>
          <p:cNvSpPr txBox="1"/>
          <p:nvPr/>
        </p:nvSpPr>
        <p:spPr>
          <a:xfrm>
            <a:off x="4359471" y="3674627"/>
            <a:ext cx="7568327" cy="224676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この割引券は期限が切れているので使いません。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Kupon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diskon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masa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berlakunya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FD795-D859-2128-8370-185DABFD43F6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B9C47-3169-C82C-7909-29032E606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1548862"/>
            <a:ext cx="3760276" cy="376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2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D837-EC44-2F5E-C9BE-27693DDD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6295EB6-9227-8E5D-62E3-3BE01FAD4A78}"/>
              </a:ext>
            </a:extLst>
          </p:cNvPr>
          <p:cNvSpPr txBox="1"/>
          <p:nvPr/>
        </p:nvSpPr>
        <p:spPr>
          <a:xfrm>
            <a:off x="4359472" y="800017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・せい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6BA40-32E9-179B-E0F1-A5C73624F232}"/>
              </a:ext>
            </a:extLst>
          </p:cNvPr>
          <p:cNvSpPr txBox="1"/>
          <p:nvPr/>
        </p:nvSpPr>
        <p:spPr>
          <a:xfrm>
            <a:off x="4359471" y="1400451"/>
            <a:ext cx="7568327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〇〇製（せい）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Made in…</a:t>
            </a: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製品（せいひん）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87241-159E-7D10-B048-2331FF2DC2EC}"/>
              </a:ext>
            </a:extLst>
          </p:cNvPr>
          <p:cNvSpPr txBox="1"/>
          <p:nvPr/>
        </p:nvSpPr>
        <p:spPr>
          <a:xfrm>
            <a:off x="4359471" y="2396811"/>
            <a:ext cx="7568327" cy="95410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これはフランス製のこうすいです。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Iniparfum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buatan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prancis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FD586-2B5E-266F-7BC2-74E754D3ECB9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AFAC6-1DF2-4C03-3D3C-6E56DDBD6E1A}"/>
              </a:ext>
            </a:extLst>
          </p:cNvPr>
          <p:cNvSpPr txBox="1"/>
          <p:nvPr/>
        </p:nvSpPr>
        <p:spPr>
          <a:xfrm>
            <a:off x="4359472" y="3947169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・ほう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4517B-4CA9-B2F9-1264-90ED80C3A076}"/>
              </a:ext>
            </a:extLst>
          </p:cNvPr>
          <p:cNvSpPr txBox="1"/>
          <p:nvPr/>
        </p:nvSpPr>
        <p:spPr>
          <a:xfrm>
            <a:off x="4359471" y="4547603"/>
            <a:ext cx="7568327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方法（ほうほう）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Cara,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metode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文法（ぶんぽう）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Grammar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4ACA4-1497-13BA-BBB3-87271BED9AAC}"/>
              </a:ext>
            </a:extLst>
          </p:cNvPr>
          <p:cNvSpPr txBox="1"/>
          <p:nvPr/>
        </p:nvSpPr>
        <p:spPr>
          <a:xfrm>
            <a:off x="4359471" y="5543963"/>
            <a:ext cx="7568327" cy="95410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日本語で一番難しいのは文法だと思います。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79CDB-2518-058B-3085-7D605C793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51" y="679883"/>
            <a:ext cx="2770219" cy="2770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5CFF8B-B2AB-A56C-50CE-590C541E4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51" y="3727851"/>
            <a:ext cx="2770219" cy="277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5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4054-751C-0F08-790F-866217E4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79A321B-CB73-FDE4-327F-9B31DFDE6A11}"/>
              </a:ext>
            </a:extLst>
          </p:cNvPr>
          <p:cNvSpPr txBox="1"/>
          <p:nvPr/>
        </p:nvSpPr>
        <p:spPr>
          <a:xfrm>
            <a:off x="4343974" y="1714417"/>
            <a:ext cx="7568326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・つく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Membangun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memproduksi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・ぞう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54A68-1E56-8791-374E-9A38063DD21E}"/>
              </a:ext>
            </a:extLst>
          </p:cNvPr>
          <p:cNvSpPr txBox="1"/>
          <p:nvPr/>
        </p:nvSpPr>
        <p:spPr>
          <a:xfrm>
            <a:off x="4343973" y="2725546"/>
            <a:ext cx="7568327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製造（せいぞう）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Manufaktur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2924C-B886-D878-FB2A-9DA50B841A73}"/>
              </a:ext>
            </a:extLst>
          </p:cNvPr>
          <p:cNvSpPr txBox="1"/>
          <p:nvPr/>
        </p:nvSpPr>
        <p:spPr>
          <a:xfrm>
            <a:off x="4343973" y="3367343"/>
            <a:ext cx="7568327" cy="181588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この工場は自動車ぶひんの製造をせんもんとしている。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Pabrik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spesialisasi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manufaktur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cadang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mobil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6725C9-E1CC-71B6-FE5C-EDB1987FB379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301E8-B1F5-A612-8961-CAEC5A0D0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98" y="1727092"/>
            <a:ext cx="3403815" cy="34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8FF6-F0A1-470E-A91D-B48BD3F1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082541F-6005-AC8D-23EE-E8F0B769F923}"/>
              </a:ext>
            </a:extLst>
          </p:cNvPr>
          <p:cNvSpPr txBox="1"/>
          <p:nvPr/>
        </p:nvSpPr>
        <p:spPr>
          <a:xfrm>
            <a:off x="4359472" y="800017"/>
            <a:ext cx="7568326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・しょう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Penghargaan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anugerah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D0F379-92CC-7DCA-16A9-02B718AA195E}"/>
              </a:ext>
            </a:extLst>
          </p:cNvPr>
          <p:cNvSpPr txBox="1"/>
          <p:nvPr/>
        </p:nvSpPr>
        <p:spPr>
          <a:xfrm>
            <a:off x="4359471" y="1419610"/>
            <a:ext cx="7568327" cy="15696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賞金（しょうきん）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Hadiah uang</a:t>
            </a:r>
          </a:p>
          <a:p>
            <a:pPr marL="465138" indent="-46513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賞味期限（しょうみきげん）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Baik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sebelum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Masa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berlaku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賞品（しょうひん）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Hadiah,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bingkisan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3A329-515D-3068-3009-95D4D8E559FB}"/>
              </a:ext>
            </a:extLst>
          </p:cNvPr>
          <p:cNvSpPr txBox="1"/>
          <p:nvPr/>
        </p:nvSpPr>
        <p:spPr>
          <a:xfrm>
            <a:off x="4359471" y="3380327"/>
            <a:ext cx="7568327" cy="26776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この牛乳は賞味期限が切れている。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Susu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melewati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masa expired.</a:t>
            </a: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コンテストのゆうしょうしゃにはごうかな賞品がおくられた。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Pemenang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kontes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dianugerahi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mewah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857F5A-8030-43A4-A916-7FD347A84A3E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6F12A-CA18-A351-C9C4-6C936AFA5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2" y="1461161"/>
            <a:ext cx="3838331" cy="383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5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3851-7289-FBBE-5401-BD8346C9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2BD5C28-842E-D45A-7ED2-58FFF1163A86}"/>
              </a:ext>
            </a:extLst>
          </p:cNvPr>
          <p:cNvSpPr txBox="1"/>
          <p:nvPr/>
        </p:nvSpPr>
        <p:spPr>
          <a:xfrm>
            <a:off x="4359472" y="800017"/>
            <a:ext cx="7568326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・あたたか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　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・おん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7A751-9D33-5276-D447-5A8F7C614044}"/>
              </a:ext>
            </a:extLst>
          </p:cNvPr>
          <p:cNvSpPr txBox="1"/>
          <p:nvPr/>
        </p:nvSpPr>
        <p:spPr>
          <a:xfrm>
            <a:off x="4359470" y="1720840"/>
            <a:ext cx="7568327" cy="120032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温度（おんど）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Temperatur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65138" indent="-46513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気温（きおん）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udara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常温（じょうおん）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8254F7-BDC9-796D-B058-B23FE697CB07}"/>
              </a:ext>
            </a:extLst>
          </p:cNvPr>
          <p:cNvSpPr txBox="1"/>
          <p:nvPr/>
        </p:nvSpPr>
        <p:spPr>
          <a:xfrm>
            <a:off x="4359470" y="3216957"/>
            <a:ext cx="7568327" cy="26776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今日の気温は何度ですか。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Berapa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udara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このじっけんしつは常温をたもつ必要がある。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Laboratorium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perlu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menjaga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806F5A-9132-0574-5266-8D3FE793956B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EB4B0-AAFF-03FA-C80B-4C0ED6EDD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74" y="1631014"/>
            <a:ext cx="3840856" cy="384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DD11-2445-7CFF-49EC-81A02D51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2D356-31D5-EFA7-F577-5F4A3DBD03A8}"/>
              </a:ext>
            </a:extLst>
          </p:cNvPr>
          <p:cNvSpPr txBox="1"/>
          <p:nvPr/>
        </p:nvSpPr>
        <p:spPr>
          <a:xfrm>
            <a:off x="414907" y="813729"/>
            <a:ext cx="11362186" cy="590539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製造年月日：この日に（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うられた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つくられた）。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消費期限：この日まで（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保存してもいい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保存してはいけない）。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賞味期限：この日まで（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食べてはいけない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おいしく食べられれる）。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常温で保存：冷蔵庫に（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入れなくていい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入れなければいけない）。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期間限定：その期間（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以外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だけ）。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同窓会の：（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食費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会費）。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優勝（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賞品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商品）は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10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万円の旅行券です。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毎日会社や学校へ通う人は（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乗車券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定期券）が便利でとくです。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112893-49FF-CEF4-2166-B44D415598CF}"/>
              </a:ext>
            </a:extLst>
          </p:cNvPr>
          <p:cNvSpPr/>
          <p:nvPr/>
        </p:nvSpPr>
        <p:spPr>
          <a:xfrm>
            <a:off x="5987514" y="1069402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F8AD86-341B-4690-71AF-7E4AF321D5B6}"/>
              </a:ext>
            </a:extLst>
          </p:cNvPr>
          <p:cNvSpPr/>
          <p:nvPr/>
        </p:nvSpPr>
        <p:spPr>
          <a:xfrm>
            <a:off x="4164578" y="181620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31F46C-202A-C42B-0F85-AD4E7F840EBC}"/>
              </a:ext>
            </a:extLst>
          </p:cNvPr>
          <p:cNvSpPr/>
          <p:nvPr/>
        </p:nvSpPr>
        <p:spPr>
          <a:xfrm>
            <a:off x="7220051" y="2519549"/>
            <a:ext cx="405491" cy="4559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DD71B9-12DA-8EC2-DFE2-A6607E048A96}"/>
              </a:ext>
            </a:extLst>
          </p:cNvPr>
          <p:cNvSpPr/>
          <p:nvPr/>
        </p:nvSpPr>
        <p:spPr>
          <a:xfrm>
            <a:off x="4164578" y="328878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1625C5-AC61-9DE6-BDE3-73B955F24DF0}"/>
              </a:ext>
            </a:extLst>
          </p:cNvPr>
          <p:cNvSpPr/>
          <p:nvPr/>
        </p:nvSpPr>
        <p:spPr>
          <a:xfrm>
            <a:off x="5055376" y="4005765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6396FD-7EE5-B638-345E-400A97D72B5C}"/>
              </a:ext>
            </a:extLst>
          </p:cNvPr>
          <p:cNvSpPr/>
          <p:nvPr/>
        </p:nvSpPr>
        <p:spPr>
          <a:xfrm>
            <a:off x="3801038" y="464884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95F6F-E00F-CCFB-60C3-177F26947D20}"/>
              </a:ext>
            </a:extLst>
          </p:cNvPr>
          <p:cNvSpPr/>
          <p:nvPr/>
        </p:nvSpPr>
        <p:spPr>
          <a:xfrm>
            <a:off x="1590745" y="5430613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995DAB-8EB2-FA10-7E19-00B7C1131F83}"/>
              </a:ext>
            </a:extLst>
          </p:cNvPr>
          <p:cNvSpPr/>
          <p:nvPr/>
        </p:nvSpPr>
        <p:spPr>
          <a:xfrm>
            <a:off x="6253791" y="6205093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98695-1EE5-0B31-6FB2-85AC41346D59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街のちず②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870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A529-90A1-9BA1-086F-328B9381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C9375-2941-1A14-DD61-E1BA2C96BA71}"/>
              </a:ext>
            </a:extLst>
          </p:cNvPr>
          <p:cNvSpPr txBox="1"/>
          <p:nvPr/>
        </p:nvSpPr>
        <p:spPr>
          <a:xfrm>
            <a:off x="414906" y="1795311"/>
            <a:ext cx="11777093" cy="368940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温かい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やわらかい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あかたかい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やわらかい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あたたかい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限る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かにる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かぎる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かみる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かげる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造る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つくる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こくる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めくる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ちかる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消費者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そうひしゃ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しょうひしゃ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ちょうひしゃ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しゅうひしゃ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D4CA57-720F-7071-86ED-48E82877EDB9}"/>
              </a:ext>
            </a:extLst>
          </p:cNvPr>
          <p:cNvSpPr/>
          <p:nvPr/>
        </p:nvSpPr>
        <p:spPr>
          <a:xfrm>
            <a:off x="9828665" y="206827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A4FB09-F95F-994E-F7F3-BB1B074FB0E1}"/>
              </a:ext>
            </a:extLst>
          </p:cNvPr>
          <p:cNvSpPr/>
          <p:nvPr/>
        </p:nvSpPr>
        <p:spPr>
          <a:xfrm>
            <a:off x="4842504" y="2819075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CE1155-71D5-A6C6-1EB7-A7DB9042F003}"/>
              </a:ext>
            </a:extLst>
          </p:cNvPr>
          <p:cNvSpPr/>
          <p:nvPr/>
        </p:nvSpPr>
        <p:spPr>
          <a:xfrm>
            <a:off x="2110509" y="3464102"/>
            <a:ext cx="519764" cy="5685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AFE125-FC12-98A5-F220-A819B6217796}"/>
              </a:ext>
            </a:extLst>
          </p:cNvPr>
          <p:cNvSpPr/>
          <p:nvPr/>
        </p:nvSpPr>
        <p:spPr>
          <a:xfrm>
            <a:off x="4842504" y="4285600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D272B-6CA5-70AB-3128-7A44362D574B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街のちず②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74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9938-75EC-799B-C4E6-3D2B6CB9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F7089-D682-9832-2F07-982EAE058246}"/>
              </a:ext>
            </a:extLst>
          </p:cNvPr>
          <p:cNvSpPr txBox="1"/>
          <p:nvPr/>
        </p:nvSpPr>
        <p:spPr>
          <a:xfrm>
            <a:off x="414907" y="1795311"/>
            <a:ext cx="11362186" cy="295074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おんど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温席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温度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温渡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温庫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せいひん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表品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製品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裏品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袋品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ほうほう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万去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万法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方去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方法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ちょうき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長期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中期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短期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満期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CC282F-286D-0BD5-ED61-1EA1BBEB4E75}"/>
              </a:ext>
            </a:extLst>
          </p:cNvPr>
          <p:cNvSpPr/>
          <p:nvPr/>
        </p:nvSpPr>
        <p:spPr>
          <a:xfrm>
            <a:off x="4888932" y="199234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CE8030-F499-211D-39A9-C5302C391208}"/>
              </a:ext>
            </a:extLst>
          </p:cNvPr>
          <p:cNvSpPr/>
          <p:nvPr/>
        </p:nvSpPr>
        <p:spPr>
          <a:xfrm>
            <a:off x="4888932" y="278138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236D81-570A-8A44-66D2-7D8A4AB1DE4F}"/>
              </a:ext>
            </a:extLst>
          </p:cNvPr>
          <p:cNvSpPr/>
          <p:nvPr/>
        </p:nvSpPr>
        <p:spPr>
          <a:xfrm>
            <a:off x="8546532" y="3468343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CE38C4-50B3-0F24-4C10-B56EFAA77CF6}"/>
              </a:ext>
            </a:extLst>
          </p:cNvPr>
          <p:cNvSpPr/>
          <p:nvPr/>
        </p:nvSpPr>
        <p:spPr>
          <a:xfrm>
            <a:off x="2973478" y="430329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FC790-D2F2-EE19-5007-1752240E035A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街のちず②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862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B499-532F-A922-82A6-5F652569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ACECA-DF7A-4942-8E70-5FB4E04DBA61}"/>
              </a:ext>
            </a:extLst>
          </p:cNvPr>
          <p:cNvSpPr txBox="1"/>
          <p:nvPr/>
        </p:nvSpPr>
        <p:spPr>
          <a:xfrm>
            <a:off x="482284" y="1894316"/>
            <a:ext cx="11362186" cy="239411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ありがとうございました。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お疲れ様でした！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990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</TotalTime>
  <Words>2646</Words>
  <Application>Microsoft Office PowerPoint</Application>
  <PresentationFormat>Widescreen</PresentationFormat>
  <Paragraphs>214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UD Digi Kyokasho 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48</cp:revision>
  <dcterms:created xsi:type="dcterms:W3CDTF">2026-08-11T03:25:31Z</dcterms:created>
  <dcterms:modified xsi:type="dcterms:W3CDTF">2026-09-23T14:20:15Z</dcterms:modified>
</cp:coreProperties>
</file>