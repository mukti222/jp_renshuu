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2" r:id="rId6"/>
    <p:sldId id="261" r:id="rId7"/>
    <p:sldId id="266" r:id="rId8"/>
    <p:sldId id="267" r:id="rId9"/>
    <p:sldId id="269" r:id="rId10"/>
    <p:sldId id="268" r:id="rId11"/>
    <p:sldId id="270" r:id="rId12"/>
    <p:sldId id="271" r:id="rId13"/>
    <p:sldId id="274" r:id="rId14"/>
    <p:sldId id="273" r:id="rId15"/>
    <p:sldId id="275" r:id="rId16"/>
    <p:sldId id="276" r:id="rId17"/>
    <p:sldId id="277" r:id="rId18"/>
    <p:sldId id="278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500"/>
    <a:srgbClr val="005E00"/>
    <a:srgbClr val="00AA48"/>
    <a:srgbClr val="0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9586" autoAdjust="0"/>
  </p:normalViewPr>
  <p:slideViewPr>
    <p:cSldViewPr snapToGrid="0">
      <p:cViewPr varScale="1">
        <p:scale>
          <a:sx n="75" d="100"/>
          <a:sy n="75" d="100"/>
        </p:scale>
        <p:origin x="18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73A41-9EE2-4D32-B440-0FC8259F151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DFD51-6E3B-4105-BA10-BDB79E7B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6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DFD51-6E3B-4105-BA10-BDB79E7BFD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1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漢字なんて難しくないよ </a:t>
            </a:r>
            <a:r>
              <a:rPr lang="en-US" altLang="ja-JP" dirty="0"/>
              <a:t>: Ini kayak </a:t>
            </a:r>
            <a:r>
              <a:rPr lang="en-US" altLang="ja-JP" dirty="0" err="1"/>
              <a:t>kamu</a:t>
            </a:r>
            <a:r>
              <a:rPr lang="en-US" altLang="ja-JP" dirty="0"/>
              <a:t> </a:t>
            </a:r>
            <a:r>
              <a:rPr lang="en-US" altLang="ja-JP" dirty="0" err="1"/>
              <a:t>bilang</a:t>
            </a:r>
            <a:r>
              <a:rPr lang="en-US" altLang="ja-JP" dirty="0"/>
              <a:t> </a:t>
            </a:r>
            <a:r>
              <a:rPr lang="en-US" altLang="ja-JP" dirty="0" err="1"/>
              <a:t>ke</a:t>
            </a:r>
            <a:r>
              <a:rPr lang="en-US" altLang="ja-JP" dirty="0"/>
              <a:t> orang yang </a:t>
            </a:r>
            <a:r>
              <a:rPr lang="en-US" altLang="ja-JP" dirty="0" err="1"/>
              <a:t>takut</a:t>
            </a:r>
            <a:r>
              <a:rPr lang="en-US" altLang="ja-JP" dirty="0"/>
              <a:t> kanji: "Ah, </a:t>
            </a:r>
            <a:r>
              <a:rPr lang="en-US" altLang="ja-JP" dirty="0" err="1"/>
              <a:t>apa</a:t>
            </a:r>
            <a:r>
              <a:rPr lang="en-US" altLang="ja-JP" dirty="0"/>
              <a:t> </a:t>
            </a:r>
            <a:r>
              <a:rPr lang="en-US" altLang="ja-JP" dirty="0" err="1"/>
              <a:t>sih</a:t>
            </a:r>
            <a:r>
              <a:rPr lang="en-US" altLang="ja-JP" dirty="0"/>
              <a:t> yang </a:t>
            </a:r>
            <a:r>
              <a:rPr lang="en-US" altLang="ja-JP" dirty="0" err="1"/>
              <a:t>susah</a:t>
            </a:r>
            <a:r>
              <a:rPr lang="en-US" altLang="ja-JP" dirty="0"/>
              <a:t> </a:t>
            </a:r>
            <a:r>
              <a:rPr lang="en-US" altLang="ja-JP" dirty="0" err="1"/>
              <a:t>dari</a:t>
            </a:r>
            <a:r>
              <a:rPr lang="en-US" altLang="ja-JP" dirty="0"/>
              <a:t> kanji?" </a:t>
            </a:r>
            <a:r>
              <a:rPr lang="en-US" altLang="ja-JP" dirty="0" err="1"/>
              <a:t>Kesannya</a:t>
            </a:r>
            <a:r>
              <a:rPr lang="en-US" altLang="ja-JP" dirty="0"/>
              <a:t> </a:t>
            </a:r>
            <a:r>
              <a:rPr lang="en-US" altLang="ja-JP" dirty="0" err="1"/>
              <a:t>lebih</a:t>
            </a:r>
            <a:r>
              <a:rPr lang="en-US" altLang="ja-JP" dirty="0"/>
              <a:t> </a:t>
            </a:r>
            <a:r>
              <a:rPr lang="en-US" altLang="ja-JP" dirty="0" err="1"/>
              <a:t>dewasa</a:t>
            </a:r>
            <a:r>
              <a:rPr lang="en-US" altLang="ja-JP" dirty="0"/>
              <a:t>, </a:t>
            </a:r>
            <a:r>
              <a:rPr lang="en-US" altLang="ja-JP" dirty="0" err="1"/>
              <a:t>sedikit</a:t>
            </a:r>
            <a:r>
              <a:rPr lang="en-US" altLang="ja-JP" dirty="0"/>
              <a:t> </a:t>
            </a:r>
            <a:r>
              <a:rPr lang="en-US" altLang="ja-JP" dirty="0" err="1"/>
              <a:t>menyangkal</a:t>
            </a:r>
            <a:r>
              <a:rPr lang="en-US" altLang="ja-JP" dirty="0"/>
              <a:t> </a:t>
            </a:r>
            <a:r>
              <a:rPr lang="en-US" altLang="ja-JP" dirty="0" err="1"/>
              <a:t>anggapan</a:t>
            </a:r>
            <a:r>
              <a:rPr lang="en-US" altLang="ja-JP" dirty="0"/>
              <a:t> </a:t>
            </a:r>
            <a:r>
              <a:rPr lang="en-US" altLang="ja-JP" dirty="0" err="1"/>
              <a:t>umum</a:t>
            </a:r>
            <a:r>
              <a:rPr lang="en-US" altLang="ja-JP" dirty="0"/>
              <a:t>.</a:t>
            </a:r>
          </a:p>
          <a:p>
            <a:endParaRPr lang="en-US" dirty="0"/>
          </a:p>
          <a:p>
            <a:r>
              <a:rPr lang="ja-JP" altLang="en-US" dirty="0"/>
              <a:t> 漢字なんか難しくないよ</a:t>
            </a:r>
            <a:r>
              <a:rPr lang="en-US" altLang="ja-JP" dirty="0"/>
              <a:t>: Ini </a:t>
            </a:r>
            <a:r>
              <a:rPr lang="en-US" altLang="ja-JP" dirty="0" err="1"/>
              <a:t>versi</a:t>
            </a:r>
            <a:r>
              <a:rPr lang="en-US" altLang="ja-JP" dirty="0"/>
              <a:t> </a:t>
            </a:r>
            <a:r>
              <a:rPr lang="en-US" altLang="ja-JP" dirty="0" err="1"/>
              <a:t>lebih</a:t>
            </a:r>
            <a:r>
              <a:rPr lang="en-US" altLang="ja-JP" dirty="0"/>
              <a:t> </a:t>
            </a:r>
            <a:r>
              <a:rPr lang="en-US" altLang="ja-JP" dirty="0" err="1"/>
              <a:t>gaul</a:t>
            </a:r>
            <a:r>
              <a:rPr lang="en-US" altLang="ja-JP" dirty="0"/>
              <a:t> dan </a:t>
            </a:r>
            <a:r>
              <a:rPr lang="en-US" altLang="ja-JP" dirty="0" err="1"/>
              <a:t>agak</a:t>
            </a:r>
            <a:r>
              <a:rPr lang="en-US" altLang="ja-JP" dirty="0"/>
              <a:t> </a:t>
            </a:r>
            <a:r>
              <a:rPr lang="en-US" altLang="ja-JP" dirty="0" err="1"/>
              <a:t>kasar</a:t>
            </a:r>
            <a:r>
              <a:rPr lang="en-US" altLang="ja-JP" dirty="0"/>
              <a:t> </a:t>
            </a:r>
            <a:r>
              <a:rPr lang="en-US" altLang="ja-JP" dirty="0" err="1"/>
              <a:t>dari</a:t>
            </a:r>
            <a:r>
              <a:rPr lang="en-US" altLang="ja-JP" dirty="0"/>
              <a:t> </a:t>
            </a:r>
            <a:r>
              <a:rPr lang="ja-JP" altLang="en-US" dirty="0"/>
              <a:t>なんて</a:t>
            </a:r>
            <a:r>
              <a:rPr lang="en-US" altLang="ja-JP" dirty="0"/>
              <a:t>. </a:t>
            </a:r>
            <a:r>
              <a:rPr lang="en-US" altLang="ja-JP" dirty="0" err="1"/>
              <a:t>Kesannya</a:t>
            </a:r>
            <a:r>
              <a:rPr lang="en-US" altLang="ja-JP" dirty="0"/>
              <a:t> kayak "</a:t>
            </a:r>
            <a:r>
              <a:rPr lang="en-US" altLang="ja-JP" dirty="0" err="1"/>
              <a:t>alah</a:t>
            </a:r>
            <a:r>
              <a:rPr lang="en-US" altLang="ja-JP" dirty="0"/>
              <a:t>, kanji </a:t>
            </a:r>
            <a:r>
              <a:rPr lang="en-US" altLang="ja-JP" dirty="0" err="1"/>
              <a:t>doang</a:t>
            </a:r>
            <a:r>
              <a:rPr lang="en-US" altLang="ja-JP" dirty="0"/>
              <a:t>". </a:t>
            </a:r>
            <a:r>
              <a:rPr lang="en-US" altLang="ja-JP" dirty="0" err="1"/>
              <a:t>Lebih</a:t>
            </a:r>
            <a:r>
              <a:rPr lang="en-US" altLang="ja-JP" dirty="0"/>
              <a:t> </a:t>
            </a:r>
            <a:r>
              <a:rPr lang="en-US" altLang="ja-JP" dirty="0" err="1"/>
              <a:t>sering</a:t>
            </a:r>
            <a:r>
              <a:rPr lang="en-US" altLang="ja-JP" dirty="0"/>
              <a:t> </a:t>
            </a:r>
            <a:r>
              <a:rPr lang="en-US" altLang="ja-JP" dirty="0" err="1"/>
              <a:t>dipakai</a:t>
            </a:r>
            <a:r>
              <a:rPr lang="en-US" altLang="ja-JP" dirty="0"/>
              <a:t> </a:t>
            </a:r>
            <a:r>
              <a:rPr lang="en-US" altLang="ja-JP" dirty="0" err="1"/>
              <a:t>cowok</a:t>
            </a:r>
            <a:r>
              <a:rPr lang="en-US" altLang="ja-JP" dirty="0"/>
              <a:t> / </a:t>
            </a:r>
            <a:r>
              <a:rPr lang="en-US" altLang="ja-JP" dirty="0" err="1"/>
              <a:t>ngobrol</a:t>
            </a:r>
            <a:r>
              <a:rPr lang="en-US" altLang="ja-JP" dirty="0"/>
              <a:t> </a:t>
            </a:r>
            <a:r>
              <a:rPr lang="en-US" altLang="ja-JP" dirty="0" err="1"/>
              <a:t>sama</a:t>
            </a:r>
            <a:r>
              <a:rPr lang="en-US" altLang="ja-JP" dirty="0"/>
              <a:t> </a:t>
            </a:r>
            <a:r>
              <a:rPr lang="en-US" altLang="ja-JP" dirty="0" err="1"/>
              <a:t>teman</a:t>
            </a:r>
            <a:r>
              <a:rPr lang="en-US" altLang="ja-JP" dirty="0"/>
              <a:t> </a:t>
            </a:r>
            <a:r>
              <a:rPr lang="en-US" altLang="ja-JP" dirty="0" err="1"/>
              <a:t>dekat</a:t>
            </a:r>
            <a:r>
              <a:rPr lang="en-US" altLang="ja-JP" dirty="0"/>
              <a:t>.</a:t>
            </a:r>
          </a:p>
          <a:p>
            <a:endParaRPr lang="en-US" dirty="0"/>
          </a:p>
          <a:p>
            <a:r>
              <a:rPr lang="ja-JP" altLang="en-US" dirty="0"/>
              <a:t>お金なんていらないです。</a:t>
            </a:r>
            <a:r>
              <a:rPr lang="en-US" altLang="ja-JP" dirty="0"/>
              <a:t>Ini yang </a:t>
            </a:r>
            <a:r>
              <a:rPr lang="en-US" altLang="ja-JP" dirty="0" err="1"/>
              <a:t>akan</a:t>
            </a:r>
            <a:r>
              <a:rPr lang="en-US" altLang="ja-JP" dirty="0"/>
              <a:t> </a:t>
            </a:r>
            <a:r>
              <a:rPr lang="en-US" altLang="ja-JP" dirty="0" err="1"/>
              <a:t>kamu</a:t>
            </a:r>
            <a:r>
              <a:rPr lang="en-US" altLang="ja-JP" dirty="0"/>
              <a:t> </a:t>
            </a:r>
            <a:r>
              <a:rPr lang="en-US" altLang="ja-JP" dirty="0" err="1"/>
              <a:t>dengar</a:t>
            </a:r>
            <a:r>
              <a:rPr lang="en-US" altLang="ja-JP" dirty="0"/>
              <a:t> di drama </a:t>
            </a:r>
            <a:r>
              <a:rPr lang="en-US" altLang="ja-JP" dirty="0" err="1"/>
              <a:t>atau</a:t>
            </a:r>
            <a:r>
              <a:rPr lang="en-US" altLang="ja-JP" dirty="0"/>
              <a:t> </a:t>
            </a:r>
            <a:r>
              <a:rPr lang="en-US" altLang="ja-JP" dirty="0" err="1"/>
              <a:t>lagu</a:t>
            </a:r>
            <a:r>
              <a:rPr lang="en-US" altLang="ja-JP" dirty="0"/>
              <a:t>. </a:t>
            </a:r>
            <a:r>
              <a:rPr lang="en-US" altLang="ja-JP" dirty="0" err="1"/>
              <a:t>Kesannya</a:t>
            </a:r>
            <a:r>
              <a:rPr lang="en-US" altLang="ja-JP" dirty="0"/>
              <a:t> </a:t>
            </a:r>
            <a:r>
              <a:rPr lang="en-US" altLang="ja-JP" dirty="0" err="1"/>
              <a:t>tulus</a:t>
            </a:r>
            <a:r>
              <a:rPr lang="en-US" altLang="ja-JP" dirty="0"/>
              <a:t>, kayak </a:t>
            </a:r>
            <a:r>
              <a:rPr lang="en-US" altLang="ja-JP" dirty="0" err="1"/>
              <a:t>menolak</a:t>
            </a:r>
            <a:r>
              <a:rPr lang="en-US" altLang="ja-JP" dirty="0"/>
              <a:t> </a:t>
            </a:r>
            <a:r>
              <a:rPr lang="en-US" altLang="ja-JP" dirty="0" err="1"/>
              <a:t>dengan</a:t>
            </a:r>
            <a:r>
              <a:rPr lang="en-US" altLang="ja-JP" dirty="0"/>
              <a:t> </a:t>
            </a:r>
            <a:r>
              <a:rPr lang="en-US" altLang="ja-JP" dirty="0" err="1"/>
              <a:t>idealisme</a:t>
            </a:r>
            <a:r>
              <a:rPr lang="en-US" altLang="ja-JP" dirty="0"/>
              <a:t>. "Uang </a:t>
            </a:r>
            <a:r>
              <a:rPr lang="en-US" altLang="ja-JP" dirty="0" err="1"/>
              <a:t>itu</a:t>
            </a:r>
            <a:r>
              <a:rPr lang="en-US" altLang="ja-JP" dirty="0"/>
              <a:t> gak </a:t>
            </a:r>
            <a:r>
              <a:rPr lang="en-US" altLang="ja-JP" dirty="0" err="1"/>
              <a:t>penting</a:t>
            </a:r>
            <a:r>
              <a:rPr lang="en-US" altLang="ja-JP" dirty="0"/>
              <a:t> </a:t>
            </a:r>
            <a:r>
              <a:rPr lang="en-US" altLang="ja-JP" dirty="0" err="1"/>
              <a:t>bagiku</a:t>
            </a:r>
            <a:r>
              <a:rPr lang="en-US" altLang="ja-JP" dirty="0"/>
              <a:t>“</a:t>
            </a:r>
          </a:p>
          <a:p>
            <a:endParaRPr lang="en-US" dirty="0"/>
          </a:p>
          <a:p>
            <a:r>
              <a:rPr lang="ja-JP" altLang="en-US" dirty="0"/>
              <a:t>お金なんかいらないです。</a:t>
            </a:r>
            <a:r>
              <a:rPr lang="en-US" altLang="ja-JP" dirty="0"/>
              <a:t>Ini </a:t>
            </a:r>
            <a:r>
              <a:rPr lang="en-US" altLang="ja-JP" dirty="0" err="1"/>
              <a:t>kesannya</a:t>
            </a:r>
            <a:r>
              <a:rPr lang="en-US" altLang="ja-JP" dirty="0"/>
              <a:t> </a:t>
            </a:r>
            <a:r>
              <a:rPr lang="en-US" altLang="ja-JP" dirty="0" err="1"/>
              <a:t>lebih</a:t>
            </a:r>
            <a:r>
              <a:rPr lang="en-US" altLang="ja-JP" dirty="0"/>
              <a:t> </a:t>
            </a:r>
            <a:r>
              <a:rPr lang="en-US" altLang="ja-JP" dirty="0" err="1"/>
              <a:t>emosional</a:t>
            </a:r>
            <a:r>
              <a:rPr lang="en-US" altLang="ja-JP" dirty="0"/>
              <a:t>, </a:t>
            </a:r>
            <a:r>
              <a:rPr lang="en-US" altLang="ja-JP" dirty="0" err="1"/>
              <a:t>agak</a:t>
            </a:r>
            <a:r>
              <a:rPr lang="en-US" altLang="ja-JP" dirty="0"/>
              <a:t> </a:t>
            </a:r>
            <a:r>
              <a:rPr lang="en-US" altLang="ja-JP" dirty="0" err="1"/>
              <a:t>kesal</a:t>
            </a:r>
            <a:r>
              <a:rPr lang="en-US" altLang="ja-JP" dirty="0"/>
              <a:t> </a:t>
            </a:r>
            <a:r>
              <a:rPr lang="en-US" altLang="ja-JP" dirty="0" err="1"/>
              <a:t>atau</a:t>
            </a:r>
            <a:r>
              <a:rPr lang="en-US" altLang="ja-JP" dirty="0"/>
              <a:t> </a:t>
            </a:r>
            <a:r>
              <a:rPr lang="en-US" altLang="ja-JP" dirty="0" err="1"/>
              <a:t>bener-bener</a:t>
            </a:r>
            <a:r>
              <a:rPr lang="en-US" altLang="ja-JP" dirty="0"/>
              <a:t> </a:t>
            </a:r>
            <a:r>
              <a:rPr lang="en-US" altLang="ja-JP" dirty="0" err="1"/>
              <a:t>nolak</a:t>
            </a:r>
            <a:r>
              <a:rPr lang="en-US" altLang="ja-JP" dirty="0"/>
              <a:t> </a:t>
            </a:r>
            <a:r>
              <a:rPr lang="en-US" altLang="ja-JP" dirty="0" err="1"/>
              <a:t>mentah-mentah</a:t>
            </a:r>
            <a:r>
              <a:rPr lang="en-US" altLang="ja-JP" dirty="0"/>
              <a:t>. </a:t>
            </a:r>
            <a:r>
              <a:rPr lang="en-US" altLang="ja-JP" dirty="0" err="1"/>
              <a:t>Lebih</a:t>
            </a:r>
            <a:r>
              <a:rPr lang="en-US" altLang="ja-JP" dirty="0"/>
              <a:t> </a:t>
            </a:r>
            <a:r>
              <a:rPr lang="en-US" altLang="ja-JP" dirty="0" err="1"/>
              <a:t>sering</a:t>
            </a:r>
            <a:r>
              <a:rPr lang="en-US" altLang="ja-JP" dirty="0"/>
              <a:t> </a:t>
            </a:r>
            <a:r>
              <a:rPr lang="en-US" altLang="ja-JP" dirty="0" err="1"/>
              <a:t>dipakai</a:t>
            </a:r>
            <a:r>
              <a:rPr lang="en-US" altLang="ja-JP" dirty="0"/>
              <a:t> pas </a:t>
            </a:r>
            <a:r>
              <a:rPr lang="en-US" altLang="ja-JP" dirty="0" err="1"/>
              <a:t>lagi</a:t>
            </a:r>
            <a:r>
              <a:rPr lang="en-US" altLang="ja-JP" dirty="0"/>
              <a:t> </a:t>
            </a:r>
            <a:r>
              <a:rPr lang="en-US" altLang="ja-JP" dirty="0" err="1"/>
              <a:t>berantem</a:t>
            </a:r>
            <a:r>
              <a:rPr lang="en-US" altLang="ja-JP" dirty="0"/>
              <a:t>. </a:t>
            </a:r>
            <a:r>
              <a:rPr lang="en-US" altLang="ja-JP" dirty="0" err="1"/>
              <a:t>Nuansanya</a:t>
            </a:r>
            <a:r>
              <a:rPr lang="en-US" altLang="ja-JP" dirty="0"/>
              <a:t>: "Uang </a:t>
            </a:r>
            <a:r>
              <a:rPr lang="en-US" altLang="ja-JP" dirty="0" err="1"/>
              <a:t>doang</a:t>
            </a:r>
            <a:r>
              <a:rPr lang="en-US" altLang="ja-JP" dirty="0"/>
              <a:t> </a:t>
            </a:r>
            <a:r>
              <a:rPr lang="en-US" altLang="ja-JP" dirty="0" err="1"/>
              <a:t>mah</a:t>
            </a:r>
            <a:r>
              <a:rPr lang="en-US" altLang="ja-JP" dirty="0"/>
              <a:t>, </a:t>
            </a:r>
            <a:r>
              <a:rPr lang="en-US" altLang="ja-JP" dirty="0" err="1"/>
              <a:t>gue</a:t>
            </a:r>
            <a:r>
              <a:rPr lang="en-US" altLang="ja-JP" dirty="0"/>
              <a:t> gak </a:t>
            </a:r>
            <a:r>
              <a:rPr lang="en-US" altLang="ja-JP" dirty="0" err="1"/>
              <a:t>butuh</a:t>
            </a:r>
            <a:r>
              <a:rPr lang="en-US" altLang="ja-JP" dirty="0"/>
              <a:t>!“</a:t>
            </a:r>
          </a:p>
          <a:p>
            <a:endParaRPr lang="en-US" dirty="0"/>
          </a:p>
          <a:p>
            <a:r>
              <a:rPr lang="en-US" altLang="ja-JP" dirty="0"/>
              <a:t>...</a:t>
            </a:r>
            <a:r>
              <a:rPr lang="ja-JP" altLang="en-US" dirty="0"/>
              <a:t>なんかしない</a:t>
            </a:r>
            <a:r>
              <a:rPr lang="en-US" dirty="0" err="1"/>
              <a:t>Kesannya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kasar</a:t>
            </a:r>
            <a:r>
              <a:rPr lang="en-US" dirty="0"/>
              <a:t>, </a:t>
            </a:r>
            <a:r>
              <a:rPr lang="en-US" dirty="0" err="1"/>
              <a:t>emosional</a:t>
            </a:r>
            <a:r>
              <a:rPr lang="en-US" dirty="0"/>
              <a:t>, </a:t>
            </a:r>
            <a:r>
              <a:rPr lang="en-US" dirty="0" err="1"/>
              <a:t>defensif</a:t>
            </a:r>
            <a:r>
              <a:rPr lang="en-US" dirty="0"/>
              <a:t>. Kayak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dituduh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kamu</a:t>
            </a:r>
            <a:r>
              <a:rPr lang="en-US" dirty="0"/>
              <a:t> </a:t>
            </a:r>
            <a:r>
              <a:rPr lang="en-US" dirty="0" err="1"/>
              <a:t>ngotot.Mana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gue</a:t>
            </a:r>
            <a:r>
              <a:rPr lang="en-US" dirty="0"/>
              <a:t> </a:t>
            </a:r>
            <a:r>
              <a:rPr lang="en-US" dirty="0" err="1"/>
              <a:t>bohong</a:t>
            </a:r>
            <a:r>
              <a:rPr lang="en-US" dirty="0"/>
              <a:t>!...</a:t>
            </a:r>
            <a:r>
              <a:rPr lang="ja-JP" altLang="en-US" dirty="0"/>
              <a:t>なんてしない</a:t>
            </a:r>
            <a:r>
              <a:rPr lang="en-US" dirty="0" err="1"/>
              <a:t>Kesannya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, </a:t>
            </a:r>
            <a:r>
              <a:rPr lang="en-US" dirty="0" err="1"/>
              <a:t>kalem</a:t>
            </a:r>
            <a:r>
              <a:rPr lang="en-US" dirty="0"/>
              <a:t>, </a:t>
            </a:r>
            <a:r>
              <a:rPr lang="en-US" dirty="0" err="1"/>
              <a:t>cuma</a:t>
            </a:r>
            <a:r>
              <a:rPr lang="en-US" dirty="0"/>
              <a:t> </a:t>
            </a:r>
            <a:r>
              <a:rPr lang="en-US" dirty="0" err="1"/>
              <a:t>menjelaskan.Mana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aku</a:t>
            </a:r>
            <a:r>
              <a:rPr lang="en-US" dirty="0"/>
              <a:t> </a:t>
            </a:r>
            <a:r>
              <a:rPr lang="en-US" dirty="0" err="1"/>
              <a:t>bohong</a:t>
            </a:r>
            <a:r>
              <a:rPr lang="en-US" dirty="0"/>
              <a:t> </a:t>
            </a:r>
            <a:r>
              <a:rPr lang="en-US" dirty="0" err="1"/>
              <a:t>sih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DFD51-6E3B-4105-BA10-BDB79E7BFD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9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5C531E-12C1-E9D5-F056-FC66591A5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34" y="2419295"/>
            <a:ext cx="7315200" cy="201941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ja-JP" altLang="en-US" sz="16600" dirty="0"/>
              <a:t>文法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1247546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5DC3-3966-D240-6BD1-E216D884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9F4B9595-552F-90D6-4DB2-35B0BE242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825FE-8C3E-1302-6A7C-9E6FBBFC0D0B}"/>
              </a:ext>
            </a:extLst>
          </p:cNvPr>
          <p:cNvSpPr txBox="1"/>
          <p:nvPr/>
        </p:nvSpPr>
        <p:spPr>
          <a:xfrm>
            <a:off x="3708446" y="990600"/>
            <a:ext cx="7975553" cy="1938992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 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+ </a:t>
            </a:r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、～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Bagi…/</a:t>
            </a:r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Menurut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…/</a:t>
            </a:r>
          </a:p>
          <a:p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 </a:t>
            </a:r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sudut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pandang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C1135-3163-54F7-9F37-EF735CF3B1B5}"/>
              </a:ext>
            </a:extLst>
          </p:cNvPr>
          <p:cNvSpPr txBox="1"/>
          <p:nvPr/>
        </p:nvSpPr>
        <p:spPr>
          <a:xfrm>
            <a:off x="3708446" y="3467100"/>
            <a:ext cx="7975553" cy="224676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instasi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Sudut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pandang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penilaian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opini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seseorang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seuatu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kelompok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digabung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partikel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lain </a:t>
            </a:r>
            <a:r>
              <a:rPr lang="en-US" sz="2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;</a:t>
            </a: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にとって</a:t>
            </a:r>
            <a:r>
              <a:rPr lang="ja-JP" altLang="en-US" sz="2000" b="1" dirty="0">
                <a:solidFill>
                  <a:srgbClr val="009ED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</a:t>
            </a:r>
            <a:endParaRPr lang="en-US" altLang="ja-JP" sz="2000" b="1" dirty="0">
              <a:solidFill>
                <a:srgbClr val="009EDE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にとって</a:t>
            </a:r>
            <a:r>
              <a:rPr lang="ja-JP" altLang="en-US" sz="2000" b="1" dirty="0">
                <a:solidFill>
                  <a:srgbClr val="009ED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endParaRPr lang="en-US" altLang="ja-JP" sz="2000" b="1" dirty="0">
              <a:solidFill>
                <a:srgbClr val="009EDE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にとって</a:t>
            </a:r>
            <a:r>
              <a:rPr lang="ja-JP" altLang="en-US" sz="2000" b="1" dirty="0">
                <a:solidFill>
                  <a:srgbClr val="009ED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も</a:t>
            </a:r>
            <a:endParaRPr lang="en-US" sz="2000" b="1" dirty="0">
              <a:solidFill>
                <a:srgbClr val="009EDE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879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0878-6CC2-61EC-E8B0-E3F30651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5CAE95-C881-17AC-481D-1CFA7646610F}"/>
              </a:ext>
            </a:extLst>
          </p:cNvPr>
          <p:cNvSpPr txBox="1"/>
          <p:nvPr/>
        </p:nvSpPr>
        <p:spPr>
          <a:xfrm>
            <a:off x="3980873" y="751344"/>
            <a:ext cx="7269018" cy="557075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あなた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、一番大切なものはなんですか。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</a:t>
            </a:r>
            <a:r>
              <a:rPr lang="en-US" altLang="ja-JP" sz="28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paling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penting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このあたりの</a:t>
            </a:r>
            <a:r>
              <a:rPr lang="ja-JP" altLang="en-US" sz="28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人々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</a:t>
            </a:r>
            <a:r>
              <a:rPr lang="ja-JP" altLang="en-US" sz="2800" b="1" dirty="0">
                <a:solidFill>
                  <a:srgbClr val="009ED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、車はひつじゅひんです。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Menurut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orang-orang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sekitar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sini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  	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mobil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pokok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私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</a:t>
            </a:r>
            <a:r>
              <a:rPr lang="ja-JP" altLang="en-US" sz="2800" b="1" dirty="0">
                <a:solidFill>
                  <a:srgbClr val="009ED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も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、これは初めての経験です。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</a:t>
            </a:r>
            <a:r>
              <a:rPr lang="en-US" altLang="ja-JP" sz="2800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juga,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pengalaman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pertama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2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5DB801D8-B983-8FC2-655C-5E338BEF2B7A}"/>
              </a:ext>
            </a:extLst>
          </p:cNvPr>
          <p:cNvSpPr txBox="1">
            <a:spLocks/>
          </p:cNvSpPr>
          <p:nvPr/>
        </p:nvSpPr>
        <p:spPr>
          <a:xfrm>
            <a:off x="942109" y="952500"/>
            <a:ext cx="1540164" cy="4953000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6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DF5D-D00A-90AB-0BCE-3CC701B9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A260C8-179A-6B4D-9B64-12DB78C43DE7}"/>
              </a:ext>
            </a:extLst>
          </p:cNvPr>
          <p:cNvSpPr txBox="1"/>
          <p:nvPr/>
        </p:nvSpPr>
        <p:spPr>
          <a:xfrm>
            <a:off x="3582938" y="330199"/>
            <a:ext cx="3393595" cy="255454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ふつけい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Kt.Sifat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Kt.Sifat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 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55E31E0F-3E4B-9DCC-5527-8899BBF42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02C9FC-A73A-51D8-8256-F60FCA0235E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6976533" y="881247"/>
            <a:ext cx="1062567" cy="72622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1B43E0-C8B6-FC30-FCAF-204D79343280}"/>
              </a:ext>
            </a:extLst>
          </p:cNvPr>
          <p:cNvSpPr txBox="1"/>
          <p:nvPr/>
        </p:nvSpPr>
        <p:spPr>
          <a:xfrm>
            <a:off x="8144930" y="330199"/>
            <a:ext cx="3393595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わりには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31920-D688-1875-2458-7BA26A28A526}"/>
              </a:ext>
            </a:extLst>
          </p:cNvPr>
          <p:cNvSpPr txBox="1"/>
          <p:nvPr/>
        </p:nvSpPr>
        <p:spPr>
          <a:xfrm>
            <a:off x="3582937" y="3635915"/>
            <a:ext cx="8219595" cy="224676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 yang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perkiraan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standar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Menunjukkan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adanya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ketidakseimbangan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antara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Kondisi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 dan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positif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negatif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9251A1-D9FD-8B8C-E027-CC39ED93E4EA}"/>
              </a:ext>
            </a:extLst>
          </p:cNvPr>
          <p:cNvSpPr txBox="1"/>
          <p:nvPr/>
        </p:nvSpPr>
        <p:spPr>
          <a:xfrm>
            <a:off x="7315197" y="1929196"/>
            <a:ext cx="4707470" cy="138499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  <a:p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Meskipun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  <a:p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seukuran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804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uiExpand="1" build="allAtOnce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9236-A388-4117-A0AF-DDAE691A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3001981-0C4D-E5D1-D6E9-B2AA2FAD7936}"/>
              </a:ext>
            </a:extLst>
          </p:cNvPr>
          <p:cNvSpPr txBox="1"/>
          <p:nvPr/>
        </p:nvSpPr>
        <p:spPr>
          <a:xfrm>
            <a:off x="135467" y="99459"/>
            <a:ext cx="3166533" cy="52322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PERBEDAAN</a:t>
            </a:r>
          </a:p>
        </p:txBody>
      </p:sp>
      <p:sp>
        <p:nvSpPr>
          <p:cNvPr id="7" name="Vertical Title 2">
            <a:extLst>
              <a:ext uri="{FF2B5EF4-FFF2-40B4-BE49-F238E27FC236}">
                <a16:creationId xmlns:a16="http://schemas.microsoft.com/office/drawing/2014/main" id="{FC21CBFC-DD4D-99AE-662B-403266A56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59252-2224-8F78-52DE-4CE2249E4986}"/>
              </a:ext>
            </a:extLst>
          </p:cNvPr>
          <p:cNvSpPr txBox="1"/>
          <p:nvPr/>
        </p:nvSpPr>
        <p:spPr>
          <a:xfrm>
            <a:off x="3498270" y="118518"/>
            <a:ext cx="8558263" cy="156966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744538" indent="-508000">
              <a:buFont typeface="Wingdings" panose="05000000000000000000" pitchFamily="2" charset="2"/>
              <a:buChar char="Ø"/>
            </a:pP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Ekspektasi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rendah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hasilnya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lumayan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heran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agak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positif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744538" indent="-5080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“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.. Tapi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lumayan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E4718-98CD-7870-2C1B-096FCE787421}"/>
              </a:ext>
            </a:extLst>
          </p:cNvPr>
          <p:cNvSpPr txBox="1"/>
          <p:nvPr/>
        </p:nvSpPr>
        <p:spPr>
          <a:xfrm>
            <a:off x="3498270" y="1882730"/>
            <a:ext cx="8558263" cy="156966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にしては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863600" indent="-627063">
              <a:buFont typeface="Wingdings" panose="05000000000000000000" pitchFamily="2" charset="2"/>
              <a:buChar char="Ø"/>
            </a:pP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…/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seukuran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gini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sih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?”</a:t>
            </a:r>
          </a:p>
          <a:p>
            <a:pPr marL="863600" indent="-627063">
              <a:buFont typeface="Wingdings" panose="05000000000000000000" pitchFamily="2" charset="2"/>
              <a:buChar char="Ø"/>
            </a:pP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Ekspektasi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tinggi,hasil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mengecewakan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Heran(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Negatif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kayak Hah?!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DF572-BE9C-FD41-147E-E3DA689D137E}"/>
              </a:ext>
            </a:extLst>
          </p:cNvPr>
          <p:cNvSpPr txBox="1"/>
          <p:nvPr/>
        </p:nvSpPr>
        <p:spPr>
          <a:xfrm>
            <a:off x="3498270" y="3646942"/>
            <a:ext cx="8558263" cy="267765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saling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menggantikan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konteks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netral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nuansanya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tetep</a:t>
            </a:r>
            <a:r>
              <a:rPr lang="en-US" altLang="ja-JP" sz="24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beda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12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月のわりにあたたかいね。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bulan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desember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hangat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.(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hangatnya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lumayan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12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月にしてはあたたかいね。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desember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hangat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?(focus: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aneh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harusnya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dingin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967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77170-5B81-7DCE-617B-A043F0E6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7E0BEEE-2356-0A3C-DE53-753672FE85B8}"/>
              </a:ext>
            </a:extLst>
          </p:cNvPr>
          <p:cNvSpPr txBox="1"/>
          <p:nvPr/>
        </p:nvSpPr>
        <p:spPr>
          <a:xfrm>
            <a:off x="3650672" y="920621"/>
            <a:ext cx="8160328" cy="5016758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年の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は若く見える。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usianya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kelihatan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	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muda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お金がない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、よく買い物をするね。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uang,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sering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	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高い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はおいしくないね。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mahal,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enak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A8AA219F-A421-EF0A-6918-0CE2BD37E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A55A-B5B9-612E-3225-4896C262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8CBD594-1D07-9B38-6F33-04F7FE580599}"/>
              </a:ext>
            </a:extLst>
          </p:cNvPr>
          <p:cNvSpPr txBox="1"/>
          <p:nvPr/>
        </p:nvSpPr>
        <p:spPr>
          <a:xfrm>
            <a:off x="3701472" y="1341810"/>
            <a:ext cx="8160328" cy="4031873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この店は安い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おいしい。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Toko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murah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enak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(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Lumayan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enak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segitu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彼は留学生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にしては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日本語が下手だ。　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pelajar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asing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Bahasa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jepangnya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jelek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.(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harusnya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jago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C70AA99D-8BE8-059D-3185-82481D2B8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7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E026-1DF6-9202-827C-E6FA27F6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AEA5568-9D25-AC56-084A-EE88F80F5D69}"/>
              </a:ext>
            </a:extLst>
          </p:cNvPr>
          <p:cNvSpPr txBox="1"/>
          <p:nvPr/>
        </p:nvSpPr>
        <p:spPr>
          <a:xfrm>
            <a:off x="3582938" y="330199"/>
            <a:ext cx="3393595" cy="255454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ふつけい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Kt.Sifat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Kt.Sifat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 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8AA7A0C0-60B7-5D0D-7389-A6897A9D5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FAFC70-5BA6-4EFD-3E8D-34660B1E8E41}"/>
              </a:ext>
            </a:extLst>
          </p:cNvPr>
          <p:cNvCxnSpPr>
            <a:stCxn id="10" idx="3"/>
          </p:cNvCxnSpPr>
          <p:nvPr/>
        </p:nvCxnSpPr>
        <p:spPr>
          <a:xfrm>
            <a:off x="6976533" y="1607472"/>
            <a:ext cx="1117600" cy="119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08F9CD-5063-43F8-BC53-901B32BC128E}"/>
              </a:ext>
            </a:extLst>
          </p:cNvPr>
          <p:cNvSpPr txBox="1"/>
          <p:nvPr/>
        </p:nvSpPr>
        <p:spPr>
          <a:xfrm>
            <a:off x="8144930" y="1184650"/>
            <a:ext cx="3393595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くせに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41D8A-C8D2-033D-BEAD-1F577228D690}"/>
              </a:ext>
            </a:extLst>
          </p:cNvPr>
          <p:cNvSpPr txBox="1"/>
          <p:nvPr/>
        </p:nvSpPr>
        <p:spPr>
          <a:xfrm>
            <a:off x="3582938" y="3373320"/>
            <a:ext cx="8219595" cy="954107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Menunjukkan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khusus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rasa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kesal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kritik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ejekan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menyalahkan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seseorang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4D9B2-7D53-2D85-929E-74E9A7DB0C7C}"/>
              </a:ext>
            </a:extLst>
          </p:cNvPr>
          <p:cNvSpPr txBox="1"/>
          <p:nvPr/>
        </p:nvSpPr>
        <p:spPr>
          <a:xfrm>
            <a:off x="8144929" y="2007354"/>
            <a:ext cx="3393595" cy="52322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4105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9DE5-714E-03D1-82D4-2C06C502D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6536FE-D4ED-70CC-E0F9-9EADE6FA6F3A}"/>
              </a:ext>
            </a:extLst>
          </p:cNvPr>
          <p:cNvSpPr txBox="1"/>
          <p:nvPr/>
        </p:nvSpPr>
        <p:spPr>
          <a:xfrm>
            <a:off x="135467" y="99459"/>
            <a:ext cx="3166533" cy="52322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PERBEDAAN</a:t>
            </a:r>
          </a:p>
        </p:txBody>
      </p:sp>
      <p:sp>
        <p:nvSpPr>
          <p:cNvPr id="7" name="Vertical Title 2">
            <a:extLst>
              <a:ext uri="{FF2B5EF4-FFF2-40B4-BE49-F238E27FC236}">
                <a16:creationId xmlns:a16="http://schemas.microsoft.com/office/drawing/2014/main" id="{56372C6C-DAF6-118F-6B8A-8052887FE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CB3A4D-A2E1-A021-3A15-4003A655CEC4}"/>
              </a:ext>
            </a:extLst>
          </p:cNvPr>
          <p:cNvSpPr txBox="1"/>
          <p:nvPr/>
        </p:nvSpPr>
        <p:spPr>
          <a:xfrm>
            <a:off x="3498270" y="1015985"/>
            <a:ext cx="8558263" cy="156966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のに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744538" indent="-5080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Fakta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berlawanan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harapan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Bisa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kecewa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heran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ngeluh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.(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Netral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744538" indent="-508000"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“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.. Tapi…”(Fakta Vs Harapan)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84F19-6744-0870-9809-5717BEC9C579}"/>
              </a:ext>
            </a:extLst>
          </p:cNvPr>
          <p:cNvSpPr txBox="1"/>
          <p:nvPr/>
        </p:nvSpPr>
        <p:spPr>
          <a:xfrm>
            <a:off x="3498270" y="3068063"/>
            <a:ext cx="8558263" cy="2308324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くせに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863600" indent="-627063">
              <a:buFont typeface="Wingdings" panose="05000000000000000000" pitchFamily="2" charset="2"/>
              <a:buChar char="Ø"/>
            </a:pP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Versi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Nyinyir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/Judes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のに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863600" indent="-627063">
              <a:buFont typeface="Wingdings" panose="05000000000000000000" pitchFamily="2" charset="2"/>
              <a:buChar char="Ø"/>
            </a:pP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merendahkan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kesel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menghakimi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atasan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863600" indent="-627063"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“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 masa…”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sok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..”</a:t>
            </a:r>
          </a:p>
        </p:txBody>
      </p:sp>
    </p:spTree>
    <p:extLst>
      <p:ext uri="{BB962C8B-B14F-4D97-AF65-F5344CB8AC3E}">
        <p14:creationId xmlns:p14="http://schemas.microsoft.com/office/powerpoint/2010/main" val="202245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5A44-F3D8-2074-54AB-A90EE3D23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5CA6C89-E59E-F478-A9B9-BC28A0250DA7}"/>
              </a:ext>
            </a:extLst>
          </p:cNvPr>
          <p:cNvSpPr txBox="1"/>
          <p:nvPr/>
        </p:nvSpPr>
        <p:spPr>
          <a:xfrm>
            <a:off x="3650672" y="920621"/>
            <a:ext cx="8160328" cy="5016758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知っている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、教えてくれない。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tau,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ngasih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tau.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元気な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、病気のふりをしている。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sehat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pura-pura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sakit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、なまいきだ。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/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masih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anak-anak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kurang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ajar.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CFFA9F22-0A23-384E-53B2-CC0845132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3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541B-CA03-BC0B-D9FF-FC714040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C7169A-8431-C692-8624-636C3231E1C5}"/>
              </a:ext>
            </a:extLst>
          </p:cNvPr>
          <p:cNvSpPr txBox="1"/>
          <p:nvPr/>
        </p:nvSpPr>
        <p:spPr>
          <a:xfrm>
            <a:off x="3701472" y="1341810"/>
            <a:ext cx="8160328" cy="5016758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先生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なのに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、漢字が読めない。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 indent="-338138"/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sensei,tapi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baca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kanji. 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Netral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Heran, </a:t>
            </a:r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kecewa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puas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先生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のくせに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、漢字が読めない。　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Padahal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sensei, masa kanji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aja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baca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.(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nyinyir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kritik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menyindir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merendahkan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F8A73FAD-FD84-439C-ACD6-0708BF418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780B-2453-28FB-0E31-9B9CB25E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06C75BD-3062-C9B1-7229-E49F88E77C28}"/>
              </a:ext>
            </a:extLst>
          </p:cNvPr>
          <p:cNvSpPr txBox="1"/>
          <p:nvPr/>
        </p:nvSpPr>
        <p:spPr>
          <a:xfrm>
            <a:off x="2414541" y="1023753"/>
            <a:ext cx="3681459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</a:t>
            </a: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Kt.Kerja</a:t>
            </a:r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000" b="1" strike="sngStrike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ます</a:t>
            </a:r>
            <a:endParaRPr lang="en-US" sz="4000" b="1" strike="sngStrike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599E5A2A-CC44-96E5-8C1B-3DE0CC8DE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676D01-EF69-81C1-677A-3F9CAE616678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 flipV="1">
            <a:off x="6096000" y="1684561"/>
            <a:ext cx="728137" cy="912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E21EFBD-7E64-9955-669D-E0AC32007B40}"/>
              </a:ext>
            </a:extLst>
          </p:cNvPr>
          <p:cNvSpPr txBox="1"/>
          <p:nvPr/>
        </p:nvSpPr>
        <p:spPr>
          <a:xfrm>
            <a:off x="7128931" y="439024"/>
            <a:ext cx="1354669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など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C014B-1292-1DEB-3DF5-6183E030FA98}"/>
              </a:ext>
            </a:extLst>
          </p:cNvPr>
          <p:cNvSpPr txBox="1"/>
          <p:nvPr/>
        </p:nvSpPr>
        <p:spPr>
          <a:xfrm>
            <a:off x="3471332" y="3547474"/>
            <a:ext cx="8219595" cy="224676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…. Atau “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meremehkan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nantangin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versi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standar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Meremehkan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kasar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kuat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3BFAAA2E-DE5E-3E58-DBEA-7E21E18FAB85}"/>
              </a:ext>
            </a:extLst>
          </p:cNvPr>
          <p:cNvSpPr/>
          <p:nvPr/>
        </p:nvSpPr>
        <p:spPr>
          <a:xfrm>
            <a:off x="6824137" y="826072"/>
            <a:ext cx="304794" cy="1716978"/>
          </a:xfrm>
          <a:prstGeom prst="leftBracket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BC3C0-4D96-4B7F-49AB-8F156D79A9A5}"/>
              </a:ext>
            </a:extLst>
          </p:cNvPr>
          <p:cNvSpPr txBox="1"/>
          <p:nvPr/>
        </p:nvSpPr>
        <p:spPr>
          <a:xfrm>
            <a:off x="7128931" y="1330618"/>
            <a:ext cx="1947337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F6EE1-6A1D-770F-2ABB-246EA87A003C}"/>
              </a:ext>
            </a:extLst>
          </p:cNvPr>
          <p:cNvSpPr txBox="1"/>
          <p:nvPr/>
        </p:nvSpPr>
        <p:spPr>
          <a:xfrm>
            <a:off x="7171263" y="2222212"/>
            <a:ext cx="1947337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B380D-C75B-665A-E1A5-58031BE8800B}"/>
              </a:ext>
            </a:extLst>
          </p:cNvPr>
          <p:cNvSpPr txBox="1"/>
          <p:nvPr/>
        </p:nvSpPr>
        <p:spPr>
          <a:xfrm>
            <a:off x="9567331" y="439024"/>
            <a:ext cx="1971196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Formal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6591A-AFF4-7400-193B-29064F73107B}"/>
              </a:ext>
            </a:extLst>
          </p:cNvPr>
          <p:cNvSpPr txBox="1"/>
          <p:nvPr/>
        </p:nvSpPr>
        <p:spPr>
          <a:xfrm>
            <a:off x="9567331" y="1330618"/>
            <a:ext cx="1971196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Casual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BDDAEC-C109-C519-4D82-F08A7642540E}"/>
              </a:ext>
            </a:extLst>
          </p:cNvPr>
          <p:cNvSpPr txBox="1"/>
          <p:nvPr/>
        </p:nvSpPr>
        <p:spPr>
          <a:xfrm>
            <a:off x="9567331" y="2222212"/>
            <a:ext cx="2318322" cy="1077218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Casual+Emosional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733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3" grpId="0" animBg="1"/>
      <p:bldP spid="4" grpId="0" animBg="1"/>
      <p:bldP spid="6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532B-245D-FF5D-41EF-D0741A8A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C63C92E-DEA8-2747-44FC-3019659C0AA8}"/>
              </a:ext>
            </a:extLst>
          </p:cNvPr>
          <p:cNvSpPr txBox="1"/>
          <p:nvPr/>
        </p:nvSpPr>
        <p:spPr>
          <a:xfrm>
            <a:off x="3582939" y="881247"/>
            <a:ext cx="8160328" cy="550920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かんじ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｛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なんか｝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難しくないよ。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38138" indent="-338138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｛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} kanji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sulit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38138" indent="-338138"/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お金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｛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なんか｝</a:t>
            </a:r>
            <a:r>
              <a:rPr lang="ja-JP" altLang="en-US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いらないです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butuh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｛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} uang</a:t>
            </a:r>
            <a:endParaRPr lang="en-US" altLang="ja-JP" sz="32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うそをつき｛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｝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しない。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/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akan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｛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}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bohong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endParaRPr lang="en-US" sz="3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885977BC-64B0-036C-C011-73162A389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5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CB33-F46A-F906-C919-554091B2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9A50EA8-5C3E-BECD-9C7A-5142731CEBC5}"/>
              </a:ext>
            </a:extLst>
          </p:cNvPr>
          <p:cNvSpPr txBox="1"/>
          <p:nvPr/>
        </p:nvSpPr>
        <p:spPr>
          <a:xfrm>
            <a:off x="2545861" y="42094"/>
            <a:ext cx="4028585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</a:t>
            </a:r>
            <a:r>
              <a:rPr lang="en-US" altLang="ja-JP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Kerja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て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Sifat</a:t>
            </a:r>
            <a:r>
              <a:rPr lang="ja-JP" altLang="en-US" sz="4000" b="1" strike="sngStrike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→く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6F26FE4B-CE25-B9F2-C649-ACCDC361A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EF541-F311-9036-42FF-66E904785F6F}"/>
              </a:ext>
            </a:extLst>
          </p:cNvPr>
          <p:cNvSpPr txBox="1"/>
          <p:nvPr/>
        </p:nvSpPr>
        <p:spPr>
          <a:xfrm>
            <a:off x="3669158" y="4481038"/>
            <a:ext cx="8219595" cy="224676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：泣いているの？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Kamu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nangis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：泣いて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いないよ。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Aku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nangis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			(Mana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2F56A-8091-E593-4887-C54ADA63AA8A}"/>
              </a:ext>
            </a:extLst>
          </p:cNvPr>
          <p:cNvSpPr txBox="1"/>
          <p:nvPr/>
        </p:nvSpPr>
        <p:spPr>
          <a:xfrm>
            <a:off x="7182426" y="601739"/>
            <a:ext cx="1947337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</a:t>
            </a:r>
            <a:endParaRPr lang="en-US" altLang="ja-JP" sz="4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endParaRPr lang="en-US" altLang="ja-JP" sz="4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0AE02-A0CD-B874-AAF7-74026468C9B1}"/>
              </a:ext>
            </a:extLst>
          </p:cNvPr>
          <p:cNvSpPr txBox="1"/>
          <p:nvPr/>
        </p:nvSpPr>
        <p:spPr>
          <a:xfrm>
            <a:off x="9873678" y="0"/>
            <a:ext cx="1971196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005E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いない</a:t>
            </a:r>
            <a:endParaRPr lang="en-US" altLang="ja-JP" sz="4000" b="1" dirty="0">
              <a:solidFill>
                <a:srgbClr val="005E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4000" b="1" dirty="0">
                <a:solidFill>
                  <a:srgbClr val="005E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ない</a:t>
            </a:r>
            <a:endParaRPr lang="en-US" altLang="ja-JP" sz="4000" b="1" dirty="0">
              <a:solidFill>
                <a:srgbClr val="005E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1CBF95-650C-8653-9930-29DAAE2E5F35}"/>
              </a:ext>
            </a:extLst>
          </p:cNvPr>
          <p:cNvSpPr txBox="1"/>
          <p:nvPr/>
        </p:nvSpPr>
        <p:spPr>
          <a:xfrm>
            <a:off x="9873678" y="1687347"/>
            <a:ext cx="2318322" cy="58477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じゃない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C38D1921-3EA0-1B22-12AF-6DEBF754EF47}"/>
              </a:ext>
            </a:extLst>
          </p:cNvPr>
          <p:cNvSpPr/>
          <p:nvPr/>
        </p:nvSpPr>
        <p:spPr>
          <a:xfrm flipH="1">
            <a:off x="6574446" y="480882"/>
            <a:ext cx="482605" cy="1679509"/>
          </a:xfrm>
          <a:prstGeom prst="leftBracket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AE873C-10C8-1243-C055-D4C2A383159B}"/>
              </a:ext>
            </a:extLst>
          </p:cNvPr>
          <p:cNvSpPr txBox="1"/>
          <p:nvPr/>
        </p:nvSpPr>
        <p:spPr>
          <a:xfrm>
            <a:off x="2545860" y="1569234"/>
            <a:ext cx="4028585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Kt.Sifat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な（で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Kt.Benda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＋で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0926116B-0841-5ADA-9958-61C1E729BE16}"/>
              </a:ext>
            </a:extLst>
          </p:cNvPr>
          <p:cNvSpPr/>
          <p:nvPr/>
        </p:nvSpPr>
        <p:spPr>
          <a:xfrm>
            <a:off x="9255139" y="399390"/>
            <a:ext cx="561483" cy="1580345"/>
          </a:xfrm>
          <a:prstGeom prst="leftBracket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9519A1-6B09-AF3E-DB34-8959C6A4897A}"/>
              </a:ext>
            </a:extLst>
          </p:cNvPr>
          <p:cNvSpPr txBox="1"/>
          <p:nvPr/>
        </p:nvSpPr>
        <p:spPr>
          <a:xfrm>
            <a:off x="3669157" y="3013404"/>
            <a:ext cx="8219595" cy="138499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menyangkal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menolak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label (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diri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Cuma “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”,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kayak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gitu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531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4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32CC-5088-BAE7-476E-D9108021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33BDDE9-7652-3344-2F7C-0745DD2FFC76}"/>
              </a:ext>
            </a:extLst>
          </p:cNvPr>
          <p:cNvSpPr txBox="1"/>
          <p:nvPr/>
        </p:nvSpPr>
        <p:spPr>
          <a:xfrm>
            <a:off x="3582939" y="1341810"/>
            <a:ext cx="8160328" cy="4031873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こども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｛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なんか｝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じゃないよ。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</a:t>
            </a: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かなしく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｛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なんか｝</a:t>
            </a:r>
            <a:r>
              <a:rPr lang="ja-JP" altLang="en-US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ないよ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sedih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kok</a:t>
            </a:r>
            <a:endParaRPr lang="en-US" altLang="ja-JP" sz="32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簡単｛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</a:t>
            </a:r>
            <a:r>
              <a:rPr lang="en-US" altLang="ja-JP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｝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じゃないよ。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/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gampang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lho</a:t>
            </a:r>
            <a:endParaRPr lang="en-US" sz="3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C0BD4C99-8D1D-BA8D-298B-F0CA3866E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31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0E57-214E-F818-89C0-F8FF6A91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8442015-ED73-5A8A-BECC-3487470DB765}"/>
              </a:ext>
            </a:extLst>
          </p:cNvPr>
          <p:cNvSpPr txBox="1"/>
          <p:nvPr/>
        </p:nvSpPr>
        <p:spPr>
          <a:xfrm>
            <a:off x="4516967" y="219527"/>
            <a:ext cx="3158065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ふうつけい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Sifat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4BA328F7-4051-CCEE-4051-1288B3BB3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E9E0C-3843-CE8E-5075-1B1A8D61AA3D}"/>
              </a:ext>
            </a:extLst>
          </p:cNvPr>
          <p:cNvSpPr txBox="1"/>
          <p:nvPr/>
        </p:nvSpPr>
        <p:spPr>
          <a:xfrm>
            <a:off x="3471332" y="3429000"/>
            <a:ext cx="8219595" cy="1815882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Menekankan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perasaan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heran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kagum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percaya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marah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kecewa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合格できた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信じられない。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percaya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lulus.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83304-15F5-2620-D74D-D695EC183DDB}"/>
              </a:ext>
            </a:extLst>
          </p:cNvPr>
          <p:cNvSpPr txBox="1"/>
          <p:nvPr/>
        </p:nvSpPr>
        <p:spPr>
          <a:xfrm>
            <a:off x="8381324" y="1130060"/>
            <a:ext cx="1947337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endParaRPr lang="en-US" altLang="ja-JP" sz="4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B80A91A2-5056-41F5-A476-AD18DD517ED4}"/>
              </a:ext>
            </a:extLst>
          </p:cNvPr>
          <p:cNvSpPr/>
          <p:nvPr/>
        </p:nvSpPr>
        <p:spPr>
          <a:xfrm flipH="1">
            <a:off x="7675032" y="658315"/>
            <a:ext cx="482605" cy="1679509"/>
          </a:xfrm>
          <a:prstGeom prst="leftBracket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380DFC-44B7-4484-8E38-A1F602A838AA}"/>
              </a:ext>
            </a:extLst>
          </p:cNvPr>
          <p:cNvSpPr txBox="1"/>
          <p:nvPr/>
        </p:nvSpPr>
        <p:spPr>
          <a:xfrm>
            <a:off x="3646446" y="1746667"/>
            <a:ext cx="4028585" cy="132343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36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Kt.Sifat</a:t>
            </a:r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な（だ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40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Kt.Benda</a:t>
            </a: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（だ）</a:t>
            </a:r>
            <a:endParaRPr lang="en-US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5382F-0947-4388-C01A-64E73FBDFA36}"/>
              </a:ext>
            </a:extLst>
          </p:cNvPr>
          <p:cNvSpPr txBox="1"/>
          <p:nvPr/>
        </p:nvSpPr>
        <p:spPr>
          <a:xfrm>
            <a:off x="8635324" y="2054443"/>
            <a:ext cx="3055603" cy="70788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0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Ternyata</a:t>
            </a:r>
            <a:r>
              <a:rPr lang="en-US" altLang="ja-JP" sz="2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.. </a:t>
            </a:r>
            <a:r>
              <a:rPr lang="en-US" altLang="ja-JP" sz="20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Lho</a:t>
            </a:r>
            <a:endParaRPr lang="en-US" altLang="ja-JP" sz="2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nyangka</a:t>
            </a:r>
            <a:r>
              <a:rPr lang="en-US" altLang="ja-JP" sz="2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</a:t>
            </a:r>
            <a:r>
              <a:rPr lang="en-US" altLang="ja-JP" sz="2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2388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16" grpId="0" animBg="1"/>
      <p:bldP spid="17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A9DA-9CF4-CC78-451F-8C375731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7D0B129-B4BF-08B2-3F85-BE4F1819576E}"/>
              </a:ext>
            </a:extLst>
          </p:cNvPr>
          <p:cNvSpPr txBox="1"/>
          <p:nvPr/>
        </p:nvSpPr>
        <p:spPr>
          <a:xfrm>
            <a:off x="3532139" y="664477"/>
            <a:ext cx="8160328" cy="6001643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この料理がおいしい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なんて、知らなかった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nyangka</a:t>
            </a:r>
            <a:r>
              <a:rPr lang="en-US" sz="3200" b="1" dirty="0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masakan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ternyata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enak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あの人が社長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ja-JP" altLang="en-US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びっくりした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kaget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rgbClr val="60A5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ternyata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direktur</a:t>
            </a:r>
            <a:endParaRPr lang="en-US" altLang="ja-JP" sz="32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日本語が話せる</a:t>
            </a:r>
            <a:r>
              <a:rPr lang="ja-JP" altLang="en-US" sz="3200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なんて</a:t>
            </a:r>
            <a:r>
              <a:rPr lang="ja-JP" altLang="en-US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、すごいね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/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Hebat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nyangka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ngomong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Bahasa </a:t>
            </a:r>
            <a:r>
              <a:rPr lang="en-US" altLang="ja-JP" sz="32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</a:t>
            </a:r>
            <a:r>
              <a:rPr lang="en-US" altLang="ja-JP" sz="32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32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Vertical Title 2">
            <a:extLst>
              <a:ext uri="{FF2B5EF4-FFF2-40B4-BE49-F238E27FC236}">
                <a16:creationId xmlns:a16="http://schemas.microsoft.com/office/drawing/2014/main" id="{B46D08E8-2AC3-AF5E-92A2-2CD791120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7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062-2D68-A2D6-E310-249B4AD3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itle 2">
            <a:extLst>
              <a:ext uri="{FF2B5EF4-FFF2-40B4-BE49-F238E27FC236}">
                <a16:creationId xmlns:a16="http://schemas.microsoft.com/office/drawing/2014/main" id="{319F72A6-12E9-AE84-15E3-74461AB56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85083E-CDE3-1506-8A06-00AA55286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937865"/>
            <a:ext cx="1084096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4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F8D2-7867-BF67-DF77-27A57720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29FFAF-D3ED-DE76-826D-23BBBDC2CEFF}"/>
              </a:ext>
            </a:extLst>
          </p:cNvPr>
          <p:cNvSpPr txBox="1"/>
          <p:nvPr/>
        </p:nvSpPr>
        <p:spPr>
          <a:xfrm>
            <a:off x="3525982" y="881247"/>
            <a:ext cx="8541328" cy="512884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安い（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わり）にはおいしい。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カラオケ（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なんか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にとって）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行きたくない。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男の（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 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わり）に、女みたいだ。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1313" indent="-341313"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．タバコの煙やにおいは、吸わない人（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にとっても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にとっては）くつうだ。。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5.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テストの勉強をしなかった（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　ｂ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など）には、よくできた。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1482C3-C6C3-F0F4-3F70-70206492FA76}"/>
              </a:ext>
            </a:extLst>
          </p:cNvPr>
          <p:cNvSpPr/>
          <p:nvPr/>
        </p:nvSpPr>
        <p:spPr>
          <a:xfrm>
            <a:off x="5643419" y="881247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E06263-4BE0-E4F5-A534-FF04B282126C}"/>
              </a:ext>
            </a:extLst>
          </p:cNvPr>
          <p:cNvSpPr/>
          <p:nvPr/>
        </p:nvSpPr>
        <p:spPr>
          <a:xfrm>
            <a:off x="5066146" y="1790198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8360DE-A5E1-62CE-F75B-080B204E1FF9}"/>
              </a:ext>
            </a:extLst>
          </p:cNvPr>
          <p:cNvSpPr/>
          <p:nvPr/>
        </p:nvSpPr>
        <p:spPr>
          <a:xfrm>
            <a:off x="4535055" y="2697671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CFBAFB-A4B1-0FA4-A0A7-E9AAE6CBAF54}"/>
              </a:ext>
            </a:extLst>
          </p:cNvPr>
          <p:cNvSpPr/>
          <p:nvPr/>
        </p:nvSpPr>
        <p:spPr>
          <a:xfrm>
            <a:off x="9929091" y="3653332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94ADE3-C49E-2F43-8875-FDE025D2CC75}"/>
              </a:ext>
            </a:extLst>
          </p:cNvPr>
          <p:cNvSpPr/>
          <p:nvPr/>
        </p:nvSpPr>
        <p:spPr>
          <a:xfrm>
            <a:off x="7125855" y="5041399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Vertical Title 2">
            <a:extLst>
              <a:ext uri="{FF2B5EF4-FFF2-40B4-BE49-F238E27FC236}">
                <a16:creationId xmlns:a16="http://schemas.microsoft.com/office/drawing/2014/main" id="{1F8D911A-88DE-BE29-2CAD-838744BF5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4377" y="881247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4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DD03-FC1A-94B1-CFF7-65353882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7DCC5020-E64B-FAED-11BC-72610A4CE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41218" y="952500"/>
            <a:ext cx="1540164" cy="4953000"/>
          </a:xfrm>
        </p:spPr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5E8E6-9AA0-0980-9ADE-737D2EBC94FB}"/>
              </a:ext>
            </a:extLst>
          </p:cNvPr>
          <p:cNvSpPr txBox="1"/>
          <p:nvPr/>
        </p:nvSpPr>
        <p:spPr>
          <a:xfrm>
            <a:off x="3525981" y="1949703"/>
            <a:ext cx="8541328" cy="2358851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あの学生は試験の成績（せいせき）が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_____  _____  _____ __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★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日本語が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いい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c.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通じない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わりには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本当は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_____  _____  _____ __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★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好きな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と言う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きらいだ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くせに</a:t>
            </a: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6B21A5-D441-4E29-4A54-0D1026845E51}"/>
              </a:ext>
            </a:extLst>
          </p:cNvPr>
          <p:cNvSpPr/>
          <p:nvPr/>
        </p:nvSpPr>
        <p:spPr>
          <a:xfrm>
            <a:off x="7047345" y="2429994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4690BE-741D-533A-C23D-3A21093B7A48}"/>
              </a:ext>
            </a:extLst>
          </p:cNvPr>
          <p:cNvSpPr/>
          <p:nvPr/>
        </p:nvSpPr>
        <p:spPr>
          <a:xfrm>
            <a:off x="5412510" y="3800554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3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84F59-EB34-6B88-B174-FB99C574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F59166A4-ED6F-DD79-614D-CDF670357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子どものくせに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You’re Just a Kid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59B64E4-E2A0-26B3-527D-38B412BF6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ja-JP" altLang="en-US" sz="5400" b="1" dirty="0"/>
              <a:t>お疲れさまでした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72616141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{0D984974-0368-47C4-9320-E4125CD50904}TF5b254a55-10e1-4643-bbf8-937ce7de93d83f6f5cdd-93cdcc90233f</Template>
  <TotalTime>518</TotalTime>
  <Words>1836</Words>
  <Application>Microsoft Office PowerPoint</Application>
  <PresentationFormat>Widescreen</PresentationFormat>
  <Paragraphs>188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UD Digi Kyokasho N</vt:lpstr>
      <vt:lpstr>Arial</vt:lpstr>
      <vt:lpstr>Calibri</vt:lpstr>
      <vt:lpstr>Corbel</vt:lpstr>
      <vt:lpstr>Courier New</vt:lpstr>
      <vt:lpstr>Wingdings</vt:lpstr>
      <vt:lpstr>Wingdings 2</vt:lpstr>
      <vt:lpstr>Frame</vt:lpstr>
      <vt:lpstr>PowerPoint Presentation</vt:lpstr>
      <vt:lpstr>子どものくせに You’re Just a Kid</vt:lpstr>
      <vt:lpstr>PowerPoint Presentation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  <vt:lpstr>子どものくせに You’re Just a Kid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14</cp:revision>
  <dcterms:created xsi:type="dcterms:W3CDTF">2026-10-07T03:52:21Z</dcterms:created>
  <dcterms:modified xsi:type="dcterms:W3CDTF">2026-10-20T13:55:11Z</dcterms:modified>
</cp:coreProperties>
</file>